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4"/>
  </p:notesMasterIdLst>
  <p:handoutMasterIdLst>
    <p:handoutMasterId r:id="rId42"/>
  </p:handoutMasterIdLst>
  <p:sldIdLst>
    <p:sldId id="323" r:id="rId3"/>
    <p:sldId id="291" r:id="rId5"/>
    <p:sldId id="303" r:id="rId6"/>
    <p:sldId id="293" r:id="rId7"/>
    <p:sldId id="346" r:id="rId8"/>
    <p:sldId id="324" r:id="rId9"/>
    <p:sldId id="306" r:id="rId10"/>
    <p:sldId id="343" r:id="rId11"/>
    <p:sldId id="355" r:id="rId12"/>
    <p:sldId id="356" r:id="rId13"/>
    <p:sldId id="357" r:id="rId14"/>
    <p:sldId id="358" r:id="rId15"/>
    <p:sldId id="359" r:id="rId16"/>
    <p:sldId id="360" r:id="rId17"/>
    <p:sldId id="361" r:id="rId18"/>
    <p:sldId id="362" r:id="rId19"/>
    <p:sldId id="365" r:id="rId20"/>
    <p:sldId id="366" r:id="rId21"/>
    <p:sldId id="364" r:id="rId22"/>
    <p:sldId id="367" r:id="rId23"/>
    <p:sldId id="363" r:id="rId24"/>
    <p:sldId id="368" r:id="rId25"/>
    <p:sldId id="369" r:id="rId26"/>
    <p:sldId id="370" r:id="rId27"/>
    <p:sldId id="371" r:id="rId28"/>
    <p:sldId id="372" r:id="rId29"/>
    <p:sldId id="373" r:id="rId30"/>
    <p:sldId id="374" r:id="rId31"/>
    <p:sldId id="375" r:id="rId32"/>
    <p:sldId id="376" r:id="rId33"/>
    <p:sldId id="377" r:id="rId34"/>
    <p:sldId id="378" r:id="rId35"/>
    <p:sldId id="379" r:id="rId36"/>
    <p:sldId id="381" r:id="rId37"/>
    <p:sldId id="382" r:id="rId38"/>
    <p:sldId id="383" r:id="rId39"/>
    <p:sldId id="384" r:id="rId40"/>
    <p:sldId id="338" r:id="rId41"/>
  </p:sldIdLst>
  <p:sldSz cx="9144000" cy="5143500" type="screen16x9"/>
  <p:notesSz cx="6858000" cy="9144000"/>
  <p:embeddedFontLst>
    <p:embeddedFont>
      <p:font typeface="黑体" panose="02010609060101010101" pitchFamily="49" charset="-122"/>
      <p:regular r:id="rId46"/>
    </p:embeddedFont>
    <p:embeddedFont>
      <p:font typeface="Calibri" panose="020F0502020204030204" charset="0"/>
      <p:regular r:id="rId47"/>
      <p:bold r:id="rId48"/>
      <p:italic r:id="rId49"/>
      <p:boldItalic r:id="rId50"/>
    </p:embeddedFont>
    <p:embeddedFont>
      <p:font typeface="微软雅黑 Light" panose="020B0502040204020203" charset="-122"/>
      <p:regular r:id="rId51"/>
    </p:embeddedFont>
  </p:embeddedFontLst>
  <p:custDataLst>
    <p:tags r:id="rId52"/>
  </p:custDataLst>
  <p:defaultText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452" userDrawn="1">
          <p15:clr>
            <a:srgbClr val="A4A3A4"/>
          </p15:clr>
        </p15:guide>
        <p15:guide id="2" orient="horz" pos="162" userDrawn="1">
          <p15:clr>
            <a:srgbClr val="A4A3A4"/>
          </p15:clr>
        </p15:guide>
        <p15:guide id="3" orient="horz" pos="3136" userDrawn="1">
          <p15:clr>
            <a:srgbClr val="A4A3A4"/>
          </p15:clr>
        </p15:guide>
        <p15:guide id="4" pos="5572" userDrawn="1">
          <p15:clr>
            <a:srgbClr val="A4A3A4"/>
          </p15:clr>
        </p15:guide>
        <p15:guide id="5" pos="13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7506E"/>
    <a:srgbClr val="2E4864"/>
    <a:srgbClr val="E0E0E0"/>
    <a:srgbClr val="F3F3F3"/>
    <a:srgbClr val="1E3E5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395" autoAdjust="0"/>
    <p:restoredTop sz="94660"/>
  </p:normalViewPr>
  <p:slideViewPr>
    <p:cSldViewPr snapToGrid="0" showGuides="1">
      <p:cViewPr varScale="1">
        <p:scale>
          <a:sx n="104" d="100"/>
          <a:sy n="104" d="100"/>
        </p:scale>
        <p:origin x="859" y="86"/>
      </p:cViewPr>
      <p:guideLst>
        <p:guide orient="horz" pos="1452"/>
        <p:guide orient="horz" pos="162"/>
        <p:guide orient="horz" pos="3136"/>
        <p:guide pos="5572"/>
        <p:guide pos="136"/>
      </p:guideLst>
    </p:cSldViewPr>
  </p:slideViewPr>
  <p:notesTextViewPr>
    <p:cViewPr>
      <p:scale>
        <a:sx n="1" d="1"/>
        <a:sy n="1" d="1"/>
      </p:scale>
      <p:origin x="0" y="0"/>
    </p:cViewPr>
  </p:notesTextViewPr>
  <p:notesViewPr>
    <p:cSldViewPr snapToGrid="0">
      <p:cViewPr varScale="1">
        <p:scale>
          <a:sx n="65" d="100"/>
          <a:sy n="65" d="100"/>
        </p:scale>
        <p:origin x="2227" y="43"/>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2" Type="http://schemas.openxmlformats.org/officeDocument/2006/relationships/tags" Target="tags/tag110.xml"/><Relationship Id="rId51" Type="http://schemas.openxmlformats.org/officeDocument/2006/relationships/font" Target="fonts/font6.fntdata"/><Relationship Id="rId50" Type="http://schemas.openxmlformats.org/officeDocument/2006/relationships/font" Target="fonts/font5.fntdata"/><Relationship Id="rId5" Type="http://schemas.openxmlformats.org/officeDocument/2006/relationships/slide" Target="slides/slide2.xml"/><Relationship Id="rId49" Type="http://schemas.openxmlformats.org/officeDocument/2006/relationships/font" Target="fonts/font4.fntdata"/><Relationship Id="rId48" Type="http://schemas.openxmlformats.org/officeDocument/2006/relationships/font" Target="fonts/font3.fntdata"/><Relationship Id="rId47" Type="http://schemas.openxmlformats.org/officeDocument/2006/relationships/font" Target="fonts/font2.fntdata"/><Relationship Id="rId46" Type="http://schemas.openxmlformats.org/officeDocument/2006/relationships/font" Target="fonts/font1.fntdata"/><Relationship Id="rId45" Type="http://schemas.openxmlformats.org/officeDocument/2006/relationships/tableStyles" Target="tableStyles.xml"/><Relationship Id="rId44" Type="http://schemas.openxmlformats.org/officeDocument/2006/relationships/viewProps" Target="viewProps.xml"/><Relationship Id="rId43" Type="http://schemas.openxmlformats.org/officeDocument/2006/relationships/presProps" Target="presProps.xml"/><Relationship Id="rId42" Type="http://schemas.openxmlformats.org/officeDocument/2006/relationships/handoutMaster" Target="handoutMasters/handoutMaster1.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2DC7E0A-FE25-4298-B2A5-F81E4409DC3D}"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3404E8C-F5F4-4E78-B894-8ABE74AB9ABE}"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0DB2BC2-E36F-4014-826D-67C3AA5D550C}"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D64EC1F-4C1A-4575-A29E-535B091AA911}"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9E3CF89-91F4-45FB-A589-58532703FCA1}"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D64EC1F-4C1A-4575-A29E-535B091AA911}"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D64EC1F-4C1A-4575-A29E-535B091AA911}"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D64EC1F-4C1A-4575-A29E-535B091AA911}"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D64EC1F-4C1A-4575-A29E-535B091AA911}"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D64EC1F-4C1A-4575-A29E-535B091AA911}"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D64EC1F-4C1A-4575-A29E-535B091AA911}"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D64EC1F-4C1A-4575-A29E-535B091AA911}"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D64EC1F-4C1A-4575-A29E-535B091AA911}"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D64EC1F-4C1A-4575-A29E-535B091AA911}"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D64EC1F-4C1A-4575-A29E-535B091AA911}"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D64EC1F-4C1A-4575-A29E-535B091AA911}"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D64EC1F-4C1A-4575-A29E-535B091AA911}"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D64EC1F-4C1A-4575-A29E-535B091AA911}"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D64EC1F-4C1A-4575-A29E-535B091AA911}"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D64EC1F-4C1A-4575-A29E-535B091AA911}"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D64EC1F-4C1A-4575-A29E-535B091AA911}"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D64EC1F-4C1A-4575-A29E-535B091AA911}"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D64EC1F-4C1A-4575-A29E-535B091AA911}"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D64EC1F-4C1A-4575-A29E-535B091AA911}"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D64EC1F-4C1A-4575-A29E-535B091AA911}"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D64EC1F-4C1A-4575-A29E-535B091AA911}"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D64EC1F-4C1A-4575-A29E-535B091AA911}"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D64EC1F-4C1A-4575-A29E-535B091AA911}"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D64EC1F-4C1A-4575-A29E-535B091AA911}"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D64EC1F-4C1A-4575-A29E-535B091AA911}"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D64EC1F-4C1A-4575-A29E-535B091AA911}"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D64EC1F-4C1A-4575-A29E-535B091AA911}"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D64EC1F-4C1A-4575-A29E-535B091AA911}"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D64EC1F-4C1A-4575-A29E-535B091AA911}" type="slidenum">
              <a:rPr lang="zh-CN" altLang="en-US" smtClean="0"/>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D64EC1F-4C1A-4575-A29E-535B091AA911}" type="slidenum">
              <a:rPr lang="zh-CN" altLang="en-US" smtClean="0"/>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D64EC1F-4C1A-4575-A29E-535B091AA911}" type="slidenum">
              <a:rPr lang="zh-CN" altLang="en-US" smtClean="0"/>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D64EC1F-4C1A-4575-A29E-535B091AA911}" type="slidenum">
              <a:rPr lang="zh-CN" altLang="en-US" smtClean="0"/>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D64EC1F-4C1A-4575-A29E-535B091AA911}" type="slidenum">
              <a:rPr lang="zh-CN" altLang="en-US" smtClean="0"/>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D64EC1F-4C1A-4575-A29E-535B091AA911}" type="slidenum">
              <a:rPr lang="zh-CN" altLang="en-US" smtClean="0"/>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D64EC1F-4C1A-4575-A29E-535B091AA911}" type="slidenum">
              <a:rPr lang="zh-CN" altLang="en-US" smtClean="0"/>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9E3CF89-91F4-45FB-A589-58532703FCA1}"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500"/>
    </mc:Choice>
    <mc:Fallback>
      <p:transition spd="slow"/>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500"/>
    </mc:Choice>
    <mc:Fallback>
      <p:transition spd="slow"/>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cSld name="1_标题幻灯片">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500"/>
    </mc:Choice>
    <mc:Fallback>
      <p:transition spd="slow"/>
    </mc:Fallback>
  </mc:AlternateContent>
</p:sldLayout>
</file>

<file path=ppt/slideMasters/_rels/slideMaster1.xml.rels><?xml version="1.0" encoding="UTF-8" standalone="yes"?>
<Relationships xmlns="http://schemas.openxmlformats.org/package/2006/relationships"><Relationship Id="rId4" Type="http://schemas.openxmlformats.org/officeDocument/2006/relationships/theme" Target="../theme/theme1.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bg1"/>
            </a:gs>
            <a:gs pos="35000">
              <a:schemeClr val="bg1">
                <a:lumMod val="95000"/>
              </a:schemeClr>
            </a:gs>
            <a:gs pos="100000">
              <a:schemeClr val="bg1">
                <a:lumMod val="85000"/>
              </a:schemeClr>
            </a:gs>
          </a:gsLst>
          <a:path path="circle">
            <a:fillToRect l="50000" t="50000" r="50000" b="50000"/>
          </a:path>
          <a:tileRect/>
        </a:gra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mc:AlternateContent xmlns:mc="http://schemas.openxmlformats.org/markup-compatibility/2006">
    <mc:Choice xmlns:p14="http://schemas.microsoft.com/office/powerpoint/2010/main" Requires="p14">
      <p:transition spd="slow" p14:dur="1500"/>
    </mc:Choice>
    <mc:Fallback>
      <p:transition spd="slow"/>
    </mc:Fallback>
  </mc:AlternateConten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1" Type="http://schemas.openxmlformats.org/officeDocument/2006/relationships/notesSlide" Target="../notesSlides/notesSlide2.xml"/><Relationship Id="rId30" Type="http://schemas.openxmlformats.org/officeDocument/2006/relationships/slideLayout" Target="../slideLayouts/slideLayout1.xml"/><Relationship Id="rId3" Type="http://schemas.openxmlformats.org/officeDocument/2006/relationships/tags" Target="../tags/tag3.xml"/><Relationship Id="rId29" Type="http://schemas.openxmlformats.org/officeDocument/2006/relationships/tags" Target="../tags/tag28.xml"/><Relationship Id="rId28" Type="http://schemas.openxmlformats.org/officeDocument/2006/relationships/tags" Target="../tags/tag27.xml"/><Relationship Id="rId27" Type="http://schemas.openxmlformats.org/officeDocument/2006/relationships/tags" Target="../tags/tag26.xml"/><Relationship Id="rId26" Type="http://schemas.openxmlformats.org/officeDocument/2006/relationships/tags" Target="../tags/tag25.xml"/><Relationship Id="rId25" Type="http://schemas.openxmlformats.org/officeDocument/2006/relationships/tags" Target="../tags/tag24.xml"/><Relationship Id="rId24" Type="http://schemas.openxmlformats.org/officeDocument/2006/relationships/tags" Target="../tags/tag23.xml"/><Relationship Id="rId23" Type="http://schemas.openxmlformats.org/officeDocument/2006/relationships/tags" Target="../tags/tag22.xml"/><Relationship Id="rId22" Type="http://schemas.openxmlformats.org/officeDocument/2006/relationships/tags" Target="../tags/tag21.xml"/><Relationship Id="rId21" Type="http://schemas.openxmlformats.org/officeDocument/2006/relationships/tags" Target="../tags/tag20.xml"/><Relationship Id="rId20" Type="http://schemas.openxmlformats.org/officeDocument/2006/relationships/tags" Target="../tags/tag19.xml"/><Relationship Id="rId2" Type="http://schemas.openxmlformats.org/officeDocument/2006/relationships/tags" Target="../tags/tag2.xml"/><Relationship Id="rId19" Type="http://schemas.openxmlformats.org/officeDocument/2006/relationships/tags" Target="../tags/tag18.xml"/><Relationship Id="rId18" Type="http://schemas.openxmlformats.org/officeDocument/2006/relationships/tags" Target="../tags/tag17.xml"/><Relationship Id="rId17" Type="http://schemas.openxmlformats.org/officeDocument/2006/relationships/tags" Target="../tags/tag16.xml"/><Relationship Id="rId16" Type="http://schemas.openxmlformats.org/officeDocument/2006/relationships/tags" Target="../tags/tag15.xml"/><Relationship Id="rId15" Type="http://schemas.openxmlformats.org/officeDocument/2006/relationships/tags" Target="../tags/tag14.xml"/><Relationship Id="rId14" Type="http://schemas.openxmlformats.org/officeDocument/2006/relationships/tags" Target="../tags/tag13.xml"/><Relationship Id="rId13" Type="http://schemas.openxmlformats.org/officeDocument/2006/relationships/image" Target="../media/image2.png"/><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9" Type="http://schemas.openxmlformats.org/officeDocument/2006/relationships/tags" Target="../tags/tag36.xml"/><Relationship Id="rId8" Type="http://schemas.openxmlformats.org/officeDocument/2006/relationships/tags" Target="../tags/tag35.xml"/><Relationship Id="rId7" Type="http://schemas.openxmlformats.org/officeDocument/2006/relationships/tags" Target="../tags/tag34.xml"/><Relationship Id="rId6" Type="http://schemas.openxmlformats.org/officeDocument/2006/relationships/tags" Target="../tags/tag33.xml"/><Relationship Id="rId5" Type="http://schemas.openxmlformats.org/officeDocument/2006/relationships/tags" Target="../tags/tag32.xml"/><Relationship Id="rId4" Type="http://schemas.openxmlformats.org/officeDocument/2006/relationships/tags" Target="../tags/tag31.xml"/><Relationship Id="rId3" Type="http://schemas.openxmlformats.org/officeDocument/2006/relationships/tags" Target="../tags/tag30.xml"/><Relationship Id="rId2" Type="http://schemas.openxmlformats.org/officeDocument/2006/relationships/tags" Target="../tags/tag29.xml"/><Relationship Id="rId18" Type="http://schemas.openxmlformats.org/officeDocument/2006/relationships/notesSlide" Target="../notesSlides/notesSlide6.xml"/><Relationship Id="rId17" Type="http://schemas.openxmlformats.org/officeDocument/2006/relationships/slideLayout" Target="../slideLayouts/slideLayout1.xml"/><Relationship Id="rId16" Type="http://schemas.openxmlformats.org/officeDocument/2006/relationships/tags" Target="../tags/tag43.xml"/><Relationship Id="rId15" Type="http://schemas.openxmlformats.org/officeDocument/2006/relationships/tags" Target="../tags/tag42.xml"/><Relationship Id="rId14" Type="http://schemas.openxmlformats.org/officeDocument/2006/relationships/tags" Target="../tags/tag41.xml"/><Relationship Id="rId13" Type="http://schemas.openxmlformats.org/officeDocument/2006/relationships/tags" Target="../tags/tag40.xml"/><Relationship Id="rId12" Type="http://schemas.openxmlformats.org/officeDocument/2006/relationships/tags" Target="../tags/tag39.xml"/><Relationship Id="rId11" Type="http://schemas.openxmlformats.org/officeDocument/2006/relationships/tags" Target="../tags/tag38.xml"/><Relationship Id="rId10" Type="http://schemas.openxmlformats.org/officeDocument/2006/relationships/tags" Target="../tags/tag37.xml"/><Relationship Id="rId1" Type="http://schemas.openxmlformats.org/officeDocument/2006/relationships/image" Target="../media/image2.png"/></Relationships>
</file>

<file path=ppt/slides/_rels/slide8.xml.rels><?xml version="1.0" encoding="UTF-8" standalone="yes"?>
<Relationships xmlns="http://schemas.openxmlformats.org/package/2006/relationships"><Relationship Id="rId9" Type="http://schemas.openxmlformats.org/officeDocument/2006/relationships/tags" Target="../tags/tag51.xml"/><Relationship Id="rId8" Type="http://schemas.openxmlformats.org/officeDocument/2006/relationships/tags" Target="../tags/tag50.xml"/><Relationship Id="rId7" Type="http://schemas.openxmlformats.org/officeDocument/2006/relationships/tags" Target="../tags/tag49.xml"/><Relationship Id="rId6" Type="http://schemas.openxmlformats.org/officeDocument/2006/relationships/tags" Target="../tags/tag48.xml"/><Relationship Id="rId5" Type="http://schemas.openxmlformats.org/officeDocument/2006/relationships/tags" Target="../tags/tag47.xml"/><Relationship Id="rId4" Type="http://schemas.openxmlformats.org/officeDocument/2006/relationships/tags" Target="../tags/tag46.xml"/><Relationship Id="rId3" Type="http://schemas.openxmlformats.org/officeDocument/2006/relationships/tags" Target="../tags/tag45.xml"/><Relationship Id="rId2" Type="http://schemas.openxmlformats.org/officeDocument/2006/relationships/tags" Target="../tags/tag44.xml"/><Relationship Id="rId15" Type="http://schemas.openxmlformats.org/officeDocument/2006/relationships/notesSlide" Target="../notesSlides/notesSlide7.xml"/><Relationship Id="rId14" Type="http://schemas.openxmlformats.org/officeDocument/2006/relationships/slideLayout" Target="../slideLayouts/slideLayout1.xml"/><Relationship Id="rId13" Type="http://schemas.openxmlformats.org/officeDocument/2006/relationships/tags" Target="../tags/tag55.xml"/><Relationship Id="rId12" Type="http://schemas.openxmlformats.org/officeDocument/2006/relationships/tags" Target="../tags/tag54.xml"/><Relationship Id="rId11" Type="http://schemas.openxmlformats.org/officeDocument/2006/relationships/tags" Target="../tags/tag53.xml"/><Relationship Id="rId10" Type="http://schemas.openxmlformats.org/officeDocument/2006/relationships/tags" Target="../tags/tag52.xml"/><Relationship Id="rId1"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10.xml.rels><?xml version="1.0" encoding="UTF-8" standalone="yes"?>
<Relationships xmlns="http://schemas.openxmlformats.org/package/2006/relationships"><Relationship Id="rId9" Type="http://schemas.openxmlformats.org/officeDocument/2006/relationships/tags" Target="../tags/tag63.xml"/><Relationship Id="rId8" Type="http://schemas.openxmlformats.org/officeDocument/2006/relationships/tags" Target="../tags/tag62.xml"/><Relationship Id="rId7" Type="http://schemas.openxmlformats.org/officeDocument/2006/relationships/tags" Target="../tags/tag61.xml"/><Relationship Id="rId6" Type="http://schemas.openxmlformats.org/officeDocument/2006/relationships/tags" Target="../tags/tag60.xml"/><Relationship Id="rId5" Type="http://schemas.openxmlformats.org/officeDocument/2006/relationships/tags" Target="../tags/tag59.xml"/><Relationship Id="rId4" Type="http://schemas.openxmlformats.org/officeDocument/2006/relationships/tags" Target="../tags/tag58.xml"/><Relationship Id="rId3" Type="http://schemas.openxmlformats.org/officeDocument/2006/relationships/tags" Target="../tags/tag57.xml"/><Relationship Id="rId2" Type="http://schemas.openxmlformats.org/officeDocument/2006/relationships/tags" Target="../tags/tag56.xml"/><Relationship Id="rId12" Type="http://schemas.openxmlformats.org/officeDocument/2006/relationships/notesSlide" Target="../notesSlides/notesSlide9.xml"/><Relationship Id="rId11" Type="http://schemas.openxmlformats.org/officeDocument/2006/relationships/slideLayout" Target="../slideLayouts/slideLayout1.xml"/><Relationship Id="rId10" Type="http://schemas.openxmlformats.org/officeDocument/2006/relationships/tags" Target="../tags/tag64.xml"/><Relationship Id="rId1" Type="http://schemas.openxmlformats.org/officeDocument/2006/relationships/image" Target="../media/image2.png"/></Relationships>
</file>

<file path=ppt/slides/_rels/slide11.xml.rels><?xml version="1.0" encoding="UTF-8" standalone="yes"?>
<Relationships xmlns="http://schemas.openxmlformats.org/package/2006/relationships"><Relationship Id="rId9" Type="http://schemas.openxmlformats.org/officeDocument/2006/relationships/tags" Target="../tags/tag72.xml"/><Relationship Id="rId8" Type="http://schemas.openxmlformats.org/officeDocument/2006/relationships/tags" Target="../tags/tag71.xml"/><Relationship Id="rId7" Type="http://schemas.openxmlformats.org/officeDocument/2006/relationships/tags" Target="../tags/tag70.xml"/><Relationship Id="rId6" Type="http://schemas.openxmlformats.org/officeDocument/2006/relationships/tags" Target="../tags/tag69.xml"/><Relationship Id="rId5" Type="http://schemas.openxmlformats.org/officeDocument/2006/relationships/tags" Target="../tags/tag68.xml"/><Relationship Id="rId4" Type="http://schemas.openxmlformats.org/officeDocument/2006/relationships/tags" Target="../tags/tag67.xml"/><Relationship Id="rId3" Type="http://schemas.openxmlformats.org/officeDocument/2006/relationships/tags" Target="../tags/tag66.xml"/><Relationship Id="rId2" Type="http://schemas.openxmlformats.org/officeDocument/2006/relationships/tags" Target="../tags/tag65.xml"/><Relationship Id="rId15" Type="http://schemas.openxmlformats.org/officeDocument/2006/relationships/notesSlide" Target="../notesSlides/notesSlide10.xml"/><Relationship Id="rId14" Type="http://schemas.openxmlformats.org/officeDocument/2006/relationships/slideLayout" Target="../slideLayouts/slideLayout1.xml"/><Relationship Id="rId13" Type="http://schemas.openxmlformats.org/officeDocument/2006/relationships/tags" Target="../tags/tag76.xml"/><Relationship Id="rId12" Type="http://schemas.openxmlformats.org/officeDocument/2006/relationships/tags" Target="../tags/tag75.xml"/><Relationship Id="rId11" Type="http://schemas.openxmlformats.org/officeDocument/2006/relationships/tags" Target="../tags/tag74.xml"/><Relationship Id="rId10" Type="http://schemas.openxmlformats.org/officeDocument/2006/relationships/tags" Target="../tags/tag73.xml"/><Relationship Id="rId1"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1.xml"/><Relationship Id="rId2" Type="http://schemas.openxmlformats.org/officeDocument/2006/relationships/image" Target="../media/image4.png"/><Relationship Id="rId1" Type="http://schemas.openxmlformats.org/officeDocument/2006/relationships/image" Target="../media/image2.png"/></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1.xml"/><Relationship Id="rId2" Type="http://schemas.openxmlformats.org/officeDocument/2006/relationships/image" Target="../media/image5.png"/><Relationship Id="rId1" Type="http://schemas.openxmlformats.org/officeDocument/2006/relationships/image" Target="../media/image2.png"/></Relationships>
</file>

<file path=ppt/slides/_rels/slide15.xml.rels><?xml version="1.0" encoding="UTF-8" standalone="yes"?>
<Relationships xmlns="http://schemas.openxmlformats.org/package/2006/relationships"><Relationship Id="rId5" Type="http://schemas.openxmlformats.org/officeDocument/2006/relationships/notesSlide" Target="../notesSlides/notesSlide14.xml"/><Relationship Id="rId4" Type="http://schemas.openxmlformats.org/officeDocument/2006/relationships/slideLayout" Target="../slideLayouts/slideLayout1.xml"/><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2.png"/></Relationships>
</file>

<file path=ppt/slides/_rels/slide16.xml.rels><?xml version="1.0" encoding="UTF-8" standalone="yes"?>
<Relationships xmlns="http://schemas.openxmlformats.org/package/2006/relationships"><Relationship Id="rId6" Type="http://schemas.openxmlformats.org/officeDocument/2006/relationships/notesSlide" Target="../notesSlides/notesSlide15.xml"/><Relationship Id="rId5" Type="http://schemas.openxmlformats.org/officeDocument/2006/relationships/slideLayout" Target="../slideLayouts/slideLayout1.xml"/><Relationship Id="rId4" Type="http://schemas.openxmlformats.org/officeDocument/2006/relationships/image" Target="../media/image10.png"/><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2.png"/></Relationships>
</file>

<file path=ppt/slides/_rels/slide17.xml.rels><?xml version="1.0" encoding="UTF-8" standalone="yes"?>
<Relationships xmlns="http://schemas.openxmlformats.org/package/2006/relationships"><Relationship Id="rId5" Type="http://schemas.openxmlformats.org/officeDocument/2006/relationships/notesSlide" Target="../notesSlides/notesSlide16.xml"/><Relationship Id="rId4" Type="http://schemas.openxmlformats.org/officeDocument/2006/relationships/slideLayout" Target="../slideLayouts/slideLayout1.xml"/><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2.png"/></Relationships>
</file>

<file path=ppt/slides/_rels/slide18.xml.rels><?xml version="1.0" encoding="UTF-8" standalone="yes"?>
<Relationships xmlns="http://schemas.openxmlformats.org/package/2006/relationships"><Relationship Id="rId5" Type="http://schemas.openxmlformats.org/officeDocument/2006/relationships/notesSlide" Target="../notesSlides/notesSlide17.xml"/><Relationship Id="rId4" Type="http://schemas.openxmlformats.org/officeDocument/2006/relationships/slideLayout" Target="../slideLayouts/slideLayout1.xml"/><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image" Target="../media/image2.png"/></Relationships>
</file>

<file path=ppt/slides/_rels/slide19.xml.rels><?xml version="1.0" encoding="UTF-8" standalone="yes"?>
<Relationships xmlns="http://schemas.openxmlformats.org/package/2006/relationships"><Relationship Id="rId4" Type="http://schemas.openxmlformats.org/officeDocument/2006/relationships/notesSlide" Target="../notesSlides/notesSlide18.xml"/><Relationship Id="rId3" Type="http://schemas.openxmlformats.org/officeDocument/2006/relationships/slideLayout" Target="../slideLayouts/slideLayout1.xml"/><Relationship Id="rId2" Type="http://schemas.openxmlformats.org/officeDocument/2006/relationships/image" Target="../media/image15.png"/><Relationship Id="rId1" Type="http://schemas.openxmlformats.org/officeDocument/2006/relationships/image" Target="../media/image2.png"/></Relationships>
</file>

<file path=ppt/slides/_rels/slide20.xml.rels><?xml version="1.0" encoding="UTF-8" standalone="yes"?>
<Relationships xmlns="http://schemas.openxmlformats.org/package/2006/relationships"><Relationship Id="rId4" Type="http://schemas.openxmlformats.org/officeDocument/2006/relationships/notesSlide" Target="../notesSlides/notesSlide19.xml"/><Relationship Id="rId3" Type="http://schemas.openxmlformats.org/officeDocument/2006/relationships/slideLayout" Target="../slideLayouts/slideLayout1.xml"/><Relationship Id="rId2" Type="http://schemas.openxmlformats.org/officeDocument/2006/relationships/image" Target="../media/image16.png"/><Relationship Id="rId1" Type="http://schemas.openxmlformats.org/officeDocument/2006/relationships/image" Target="../media/image2.png"/></Relationships>
</file>

<file path=ppt/slides/_rels/slide21.xml.rels><?xml version="1.0" encoding="UTF-8" standalone="yes"?>
<Relationships xmlns="http://schemas.openxmlformats.org/package/2006/relationships"><Relationship Id="rId4" Type="http://schemas.openxmlformats.org/officeDocument/2006/relationships/notesSlide" Target="../notesSlides/notesSlide20.xml"/><Relationship Id="rId3" Type="http://schemas.openxmlformats.org/officeDocument/2006/relationships/slideLayout" Target="../slideLayouts/slideLayout1.xml"/><Relationship Id="rId2" Type="http://schemas.openxmlformats.org/officeDocument/2006/relationships/image" Target="../media/image17.png"/><Relationship Id="rId1" Type="http://schemas.openxmlformats.org/officeDocument/2006/relationships/image" Target="../media/image2.png"/></Relationships>
</file>

<file path=ppt/slides/_rels/slide22.xml.rels><?xml version="1.0" encoding="UTF-8" standalone="yes"?>
<Relationships xmlns="http://schemas.openxmlformats.org/package/2006/relationships"><Relationship Id="rId4" Type="http://schemas.openxmlformats.org/officeDocument/2006/relationships/notesSlide" Target="../notesSlides/notesSlide21.xml"/><Relationship Id="rId3" Type="http://schemas.openxmlformats.org/officeDocument/2006/relationships/slideLayout" Target="../slideLayouts/slideLayout1.xml"/><Relationship Id="rId2" Type="http://schemas.openxmlformats.org/officeDocument/2006/relationships/image" Target="../media/image18.png"/><Relationship Id="rId1" Type="http://schemas.openxmlformats.org/officeDocument/2006/relationships/image" Target="../media/image2.png"/></Relationships>
</file>

<file path=ppt/slides/_rels/slide23.xml.rels><?xml version="1.0" encoding="UTF-8" standalone="yes"?>
<Relationships xmlns="http://schemas.openxmlformats.org/package/2006/relationships"><Relationship Id="rId4" Type="http://schemas.openxmlformats.org/officeDocument/2006/relationships/notesSlide" Target="../notesSlides/notesSlide22.xml"/><Relationship Id="rId3" Type="http://schemas.openxmlformats.org/officeDocument/2006/relationships/slideLayout" Target="../slideLayouts/slideLayout1.xml"/><Relationship Id="rId2" Type="http://schemas.openxmlformats.org/officeDocument/2006/relationships/image" Target="../media/image19.png"/><Relationship Id="rId1" Type="http://schemas.openxmlformats.org/officeDocument/2006/relationships/image" Target="../media/image2.png"/></Relationships>
</file>

<file path=ppt/slides/_rels/slide24.xml.rels><?xml version="1.0" encoding="UTF-8" standalone="yes"?>
<Relationships xmlns="http://schemas.openxmlformats.org/package/2006/relationships"><Relationship Id="rId5" Type="http://schemas.openxmlformats.org/officeDocument/2006/relationships/notesSlide" Target="../notesSlides/notesSlide23.xml"/><Relationship Id="rId4" Type="http://schemas.openxmlformats.org/officeDocument/2006/relationships/slideLayout" Target="../slideLayouts/slideLayout1.xml"/><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image" Target="../media/image2.png"/></Relationships>
</file>

<file path=ppt/slides/_rels/slide25.xml.rels><?xml version="1.0" encoding="UTF-8" standalone="yes"?>
<Relationships xmlns="http://schemas.openxmlformats.org/package/2006/relationships"><Relationship Id="rId4" Type="http://schemas.openxmlformats.org/officeDocument/2006/relationships/notesSlide" Target="../notesSlides/notesSlide24.xml"/><Relationship Id="rId3" Type="http://schemas.openxmlformats.org/officeDocument/2006/relationships/slideLayout" Target="../slideLayouts/slideLayout1.xml"/><Relationship Id="rId2" Type="http://schemas.openxmlformats.org/officeDocument/2006/relationships/image" Target="../media/image22.png"/><Relationship Id="rId1" Type="http://schemas.openxmlformats.org/officeDocument/2006/relationships/image" Target="../media/image2.png"/></Relationships>
</file>

<file path=ppt/slides/_rels/slide26.xml.rels><?xml version="1.0" encoding="UTF-8" standalone="yes"?>
<Relationships xmlns="http://schemas.openxmlformats.org/package/2006/relationships"><Relationship Id="rId4" Type="http://schemas.openxmlformats.org/officeDocument/2006/relationships/notesSlide" Target="../notesSlides/notesSlide25.xml"/><Relationship Id="rId3" Type="http://schemas.openxmlformats.org/officeDocument/2006/relationships/slideLayout" Target="../slideLayouts/slideLayout1.xml"/><Relationship Id="rId2" Type="http://schemas.openxmlformats.org/officeDocument/2006/relationships/image" Target="../media/image23.png"/><Relationship Id="rId1" Type="http://schemas.openxmlformats.org/officeDocument/2006/relationships/image" Target="../media/image2.png"/></Relationships>
</file>

<file path=ppt/slides/_rels/slide27.xml.rels><?xml version="1.0" encoding="UTF-8" standalone="yes"?>
<Relationships xmlns="http://schemas.openxmlformats.org/package/2006/relationships"><Relationship Id="rId4" Type="http://schemas.openxmlformats.org/officeDocument/2006/relationships/notesSlide" Target="../notesSlides/notesSlide26.xml"/><Relationship Id="rId3" Type="http://schemas.openxmlformats.org/officeDocument/2006/relationships/slideLayout" Target="../slideLayouts/slideLayout1.xml"/><Relationship Id="rId2" Type="http://schemas.openxmlformats.org/officeDocument/2006/relationships/image" Target="../media/image24.png"/><Relationship Id="rId1" Type="http://schemas.openxmlformats.org/officeDocument/2006/relationships/image" Target="../media/image2.png"/></Relationships>
</file>

<file path=ppt/slides/_rels/slide28.xml.rels><?xml version="1.0" encoding="UTF-8" standalone="yes"?>
<Relationships xmlns="http://schemas.openxmlformats.org/package/2006/relationships"><Relationship Id="rId4" Type="http://schemas.openxmlformats.org/officeDocument/2006/relationships/notesSlide" Target="../notesSlides/notesSlide27.xml"/><Relationship Id="rId3" Type="http://schemas.openxmlformats.org/officeDocument/2006/relationships/slideLayout" Target="../slideLayouts/slideLayout1.xml"/><Relationship Id="rId2" Type="http://schemas.openxmlformats.org/officeDocument/2006/relationships/image" Target="../media/image25.png"/><Relationship Id="rId1" Type="http://schemas.openxmlformats.org/officeDocument/2006/relationships/image" Target="../media/image2.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30.xml.rels><?xml version="1.0" encoding="UTF-8" standalone="yes"?>
<Relationships xmlns="http://schemas.openxmlformats.org/package/2006/relationships"><Relationship Id="rId5" Type="http://schemas.openxmlformats.org/officeDocument/2006/relationships/notesSlide" Target="../notesSlides/notesSlide29.xml"/><Relationship Id="rId4" Type="http://schemas.openxmlformats.org/officeDocument/2006/relationships/slideLayout" Target="../slideLayouts/slideLayout1.xml"/><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image" Target="../media/image2.png"/></Relationships>
</file>

<file path=ppt/slides/_rels/slide31.xml.rels><?xml version="1.0" encoding="UTF-8" standalone="yes"?>
<Relationships xmlns="http://schemas.openxmlformats.org/package/2006/relationships"><Relationship Id="rId5" Type="http://schemas.openxmlformats.org/officeDocument/2006/relationships/notesSlide" Target="../notesSlides/notesSlide30.xml"/><Relationship Id="rId4" Type="http://schemas.openxmlformats.org/officeDocument/2006/relationships/slideLayout" Target="../slideLayouts/slideLayout1.xml"/><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image" Target="../media/image2.png"/></Relationships>
</file>

<file path=ppt/slides/_rels/slide32.xml.rels><?xml version="1.0" encoding="UTF-8" standalone="yes"?>
<Relationships xmlns="http://schemas.openxmlformats.org/package/2006/relationships"><Relationship Id="rId9" Type="http://schemas.openxmlformats.org/officeDocument/2006/relationships/tags" Target="../tags/tag84.xml"/><Relationship Id="rId8" Type="http://schemas.openxmlformats.org/officeDocument/2006/relationships/tags" Target="../tags/tag83.xml"/><Relationship Id="rId7" Type="http://schemas.openxmlformats.org/officeDocument/2006/relationships/tags" Target="../tags/tag82.xml"/><Relationship Id="rId6" Type="http://schemas.openxmlformats.org/officeDocument/2006/relationships/tags" Target="../tags/tag81.xml"/><Relationship Id="rId5" Type="http://schemas.openxmlformats.org/officeDocument/2006/relationships/tags" Target="../tags/tag80.xml"/><Relationship Id="rId4" Type="http://schemas.openxmlformats.org/officeDocument/2006/relationships/tags" Target="../tags/tag79.xml"/><Relationship Id="rId3" Type="http://schemas.openxmlformats.org/officeDocument/2006/relationships/tags" Target="../tags/tag78.xml"/><Relationship Id="rId28" Type="http://schemas.openxmlformats.org/officeDocument/2006/relationships/notesSlide" Target="../notesSlides/notesSlide31.xml"/><Relationship Id="rId27" Type="http://schemas.openxmlformats.org/officeDocument/2006/relationships/slideLayout" Target="../slideLayouts/slideLayout1.xml"/><Relationship Id="rId26" Type="http://schemas.openxmlformats.org/officeDocument/2006/relationships/tags" Target="../tags/tag101.xml"/><Relationship Id="rId25" Type="http://schemas.openxmlformats.org/officeDocument/2006/relationships/tags" Target="../tags/tag100.xml"/><Relationship Id="rId24" Type="http://schemas.openxmlformats.org/officeDocument/2006/relationships/tags" Target="../tags/tag99.xml"/><Relationship Id="rId23" Type="http://schemas.openxmlformats.org/officeDocument/2006/relationships/tags" Target="../tags/tag98.xml"/><Relationship Id="rId22" Type="http://schemas.openxmlformats.org/officeDocument/2006/relationships/tags" Target="../tags/tag97.xml"/><Relationship Id="rId21" Type="http://schemas.openxmlformats.org/officeDocument/2006/relationships/tags" Target="../tags/tag96.xml"/><Relationship Id="rId20" Type="http://schemas.openxmlformats.org/officeDocument/2006/relationships/tags" Target="../tags/tag95.xml"/><Relationship Id="rId2" Type="http://schemas.openxmlformats.org/officeDocument/2006/relationships/image" Target="../media/image2.png"/><Relationship Id="rId19" Type="http://schemas.openxmlformats.org/officeDocument/2006/relationships/tags" Target="../tags/tag94.xml"/><Relationship Id="rId18" Type="http://schemas.openxmlformats.org/officeDocument/2006/relationships/tags" Target="../tags/tag93.xml"/><Relationship Id="rId17" Type="http://schemas.openxmlformats.org/officeDocument/2006/relationships/tags" Target="../tags/tag92.xml"/><Relationship Id="rId16" Type="http://schemas.openxmlformats.org/officeDocument/2006/relationships/tags" Target="../tags/tag91.xml"/><Relationship Id="rId15" Type="http://schemas.openxmlformats.org/officeDocument/2006/relationships/tags" Target="../tags/tag90.xml"/><Relationship Id="rId14" Type="http://schemas.openxmlformats.org/officeDocument/2006/relationships/tags" Target="../tags/tag89.xml"/><Relationship Id="rId13" Type="http://schemas.openxmlformats.org/officeDocument/2006/relationships/tags" Target="../tags/tag88.xml"/><Relationship Id="rId12" Type="http://schemas.openxmlformats.org/officeDocument/2006/relationships/tags" Target="../tags/tag87.xml"/><Relationship Id="rId11" Type="http://schemas.openxmlformats.org/officeDocument/2006/relationships/tags" Target="../tags/tag86.xml"/><Relationship Id="rId10" Type="http://schemas.openxmlformats.org/officeDocument/2006/relationships/tags" Target="../tags/tag85.xml"/><Relationship Id="rId1" Type="http://schemas.openxmlformats.org/officeDocument/2006/relationships/tags" Target="../tags/tag77.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34.xml.rels><?xml version="1.0" encoding="UTF-8" standalone="yes"?>
<Relationships xmlns="http://schemas.openxmlformats.org/package/2006/relationships"><Relationship Id="rId9" Type="http://schemas.openxmlformats.org/officeDocument/2006/relationships/tags" Target="../tags/tag109.xml"/><Relationship Id="rId8" Type="http://schemas.openxmlformats.org/officeDocument/2006/relationships/tags" Target="../tags/tag108.xml"/><Relationship Id="rId7" Type="http://schemas.openxmlformats.org/officeDocument/2006/relationships/tags" Target="../tags/tag107.xml"/><Relationship Id="rId6" Type="http://schemas.openxmlformats.org/officeDocument/2006/relationships/tags" Target="../tags/tag106.xml"/><Relationship Id="rId5" Type="http://schemas.openxmlformats.org/officeDocument/2006/relationships/tags" Target="../tags/tag105.xml"/><Relationship Id="rId4" Type="http://schemas.openxmlformats.org/officeDocument/2006/relationships/tags" Target="../tags/tag104.xml"/><Relationship Id="rId3" Type="http://schemas.openxmlformats.org/officeDocument/2006/relationships/tags" Target="../tags/tag103.xml"/><Relationship Id="rId2" Type="http://schemas.openxmlformats.org/officeDocument/2006/relationships/tags" Target="../tags/tag102.xml"/><Relationship Id="rId11" Type="http://schemas.openxmlformats.org/officeDocument/2006/relationships/notesSlide" Target="../notesSlides/notesSlide33.xml"/><Relationship Id="rId10" Type="http://schemas.openxmlformats.org/officeDocument/2006/relationships/slideLayout" Target="../slideLayouts/slideLayout1.xml"/><Relationship Id="rId1" Type="http://schemas.openxmlformats.org/officeDocument/2006/relationships/image" Target="../media/image2.pn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1.xml"/><Relationship Id="rId1" Type="http://schemas.openxmlformats.org/officeDocument/2006/relationships/image" Target="../media/image3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Freeform 15"/>
          <p:cNvSpPr/>
          <p:nvPr/>
        </p:nvSpPr>
        <p:spPr bwMode="auto">
          <a:xfrm>
            <a:off x="900" y="2489597"/>
            <a:ext cx="9142200" cy="2651522"/>
          </a:xfrm>
          <a:custGeom>
            <a:avLst/>
            <a:gdLst>
              <a:gd name="T0" fmla="*/ 0 w 3840"/>
              <a:gd name="T1" fmla="*/ 3 h 1113"/>
              <a:gd name="T2" fmla="*/ 996 w 3840"/>
              <a:gd name="T3" fmla="*/ 3 h 1113"/>
              <a:gd name="T4" fmla="*/ 1920 w 3840"/>
              <a:gd name="T5" fmla="*/ 185 h 1113"/>
              <a:gd name="T6" fmla="*/ 2760 w 3840"/>
              <a:gd name="T7" fmla="*/ 3 h 1113"/>
              <a:gd name="T8" fmla="*/ 3840 w 3840"/>
              <a:gd name="T9" fmla="*/ 3 h 1113"/>
              <a:gd name="T10" fmla="*/ 3840 w 3840"/>
              <a:gd name="T11" fmla="*/ 1113 h 1113"/>
              <a:gd name="T12" fmla="*/ 0 w 3840"/>
              <a:gd name="T13" fmla="*/ 1113 h 1113"/>
              <a:gd name="T14" fmla="*/ 0 w 3840"/>
              <a:gd name="T15" fmla="*/ 3 h 1113"/>
              <a:gd name="T16" fmla="*/ 0 w 3840"/>
              <a:gd name="T17" fmla="*/ 3 h 1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840" h="1113">
                <a:moveTo>
                  <a:pt x="0" y="3"/>
                </a:moveTo>
                <a:cubicBezTo>
                  <a:pt x="996" y="3"/>
                  <a:pt x="996" y="3"/>
                  <a:pt x="996" y="3"/>
                </a:cubicBezTo>
                <a:cubicBezTo>
                  <a:pt x="1433" y="0"/>
                  <a:pt x="1722" y="57"/>
                  <a:pt x="1920" y="185"/>
                </a:cubicBezTo>
                <a:cubicBezTo>
                  <a:pt x="2128" y="50"/>
                  <a:pt x="2430" y="3"/>
                  <a:pt x="2760" y="3"/>
                </a:cubicBezTo>
                <a:cubicBezTo>
                  <a:pt x="3840" y="3"/>
                  <a:pt x="3840" y="3"/>
                  <a:pt x="3840" y="3"/>
                </a:cubicBezTo>
                <a:cubicBezTo>
                  <a:pt x="3840" y="1113"/>
                  <a:pt x="3840" y="1113"/>
                  <a:pt x="3840" y="1113"/>
                </a:cubicBezTo>
                <a:cubicBezTo>
                  <a:pt x="0" y="1113"/>
                  <a:pt x="0" y="1113"/>
                  <a:pt x="0" y="1113"/>
                </a:cubicBezTo>
                <a:cubicBezTo>
                  <a:pt x="0" y="3"/>
                  <a:pt x="0" y="3"/>
                  <a:pt x="0" y="3"/>
                </a:cubicBezTo>
                <a:cubicBezTo>
                  <a:pt x="0" y="3"/>
                  <a:pt x="0" y="3"/>
                  <a:pt x="0" y="3"/>
                </a:cubicBezTo>
                <a:close/>
              </a:path>
            </a:pathLst>
          </a:custGeom>
          <a:solidFill>
            <a:schemeClr val="accent1"/>
          </a:solidFill>
          <a:ln>
            <a:noFill/>
          </a:ln>
        </p:spPr>
        <p:txBody>
          <a:bodyPr vert="horz" wrap="square" lIns="68580" tIns="34290" rIns="68580" bIns="34290" numCol="1" anchor="t" anchorCtr="0" compatLnSpc="1"/>
          <a:lstStyle/>
          <a:p>
            <a:endParaRPr lang="zh-CN" altLang="en-US" sz="1015" dirty="0">
              <a:latin typeface="黑体" panose="02010609060101010101" pitchFamily="49" charset="-122"/>
              <a:ea typeface="黑体" panose="02010609060101010101" pitchFamily="49" charset="-122"/>
            </a:endParaRPr>
          </a:p>
        </p:txBody>
      </p:sp>
      <p:grpSp>
        <p:nvGrpSpPr>
          <p:cNvPr id="35" name="组合 34"/>
          <p:cNvGrpSpPr/>
          <p:nvPr/>
        </p:nvGrpSpPr>
        <p:grpSpPr>
          <a:xfrm>
            <a:off x="3572" y="1427560"/>
            <a:ext cx="9136857" cy="1500188"/>
            <a:chOff x="6350" y="1903413"/>
            <a:chExt cx="12182476" cy="2000250"/>
          </a:xfrm>
        </p:grpSpPr>
        <p:sp>
          <p:nvSpPr>
            <p:cNvPr id="22" name="Freeform 16"/>
            <p:cNvSpPr/>
            <p:nvPr/>
          </p:nvSpPr>
          <p:spPr bwMode="auto">
            <a:xfrm>
              <a:off x="6350" y="2878138"/>
              <a:ext cx="6091238" cy="1025525"/>
            </a:xfrm>
            <a:custGeom>
              <a:avLst/>
              <a:gdLst>
                <a:gd name="T0" fmla="*/ 1920 w 1920"/>
                <a:gd name="T1" fmla="*/ 323 h 323"/>
                <a:gd name="T2" fmla="*/ 1209 w 1920"/>
                <a:gd name="T3" fmla="*/ 38 h 323"/>
                <a:gd name="T4" fmla="*/ 0 w 1920"/>
                <a:gd name="T5" fmla="*/ 86 h 323"/>
              </a:gdLst>
              <a:ahLst/>
              <a:cxnLst>
                <a:cxn ang="0">
                  <a:pos x="T0" y="T1"/>
                </a:cxn>
                <a:cxn ang="0">
                  <a:pos x="T2" y="T3"/>
                </a:cxn>
                <a:cxn ang="0">
                  <a:pos x="T4" y="T5"/>
                </a:cxn>
              </a:cxnLst>
              <a:rect l="0" t="0" r="r" b="b"/>
              <a:pathLst>
                <a:path w="1920" h="323">
                  <a:moveTo>
                    <a:pt x="1920" y="323"/>
                  </a:moveTo>
                  <a:cubicBezTo>
                    <a:pt x="1742" y="142"/>
                    <a:pt x="1510" y="77"/>
                    <a:pt x="1209" y="38"/>
                  </a:cubicBezTo>
                  <a:cubicBezTo>
                    <a:pt x="928" y="2"/>
                    <a:pt x="495" y="0"/>
                    <a:pt x="0" y="86"/>
                  </a:cubicBezTo>
                </a:path>
              </a:pathLst>
            </a:custGeom>
            <a:noFill/>
            <a:ln w="63500" cap="flat">
              <a:solidFill>
                <a:schemeClr val="accent1"/>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lstStyle/>
            <a:p>
              <a:endParaRPr lang="zh-CN" altLang="en-US" sz="1015">
                <a:latin typeface="黑体" panose="02010609060101010101" pitchFamily="49" charset="-122"/>
                <a:ea typeface="黑体" panose="02010609060101010101" pitchFamily="49" charset="-122"/>
                <a:cs typeface="Times New Roman" panose="02020603050405020304" pitchFamily="18" charset="0"/>
              </a:endParaRPr>
            </a:p>
          </p:txBody>
        </p:sp>
        <p:sp>
          <p:nvSpPr>
            <p:cNvPr id="23" name="Freeform 17"/>
            <p:cNvSpPr/>
            <p:nvPr/>
          </p:nvSpPr>
          <p:spPr bwMode="auto">
            <a:xfrm>
              <a:off x="6350" y="3068638"/>
              <a:ext cx="6091238" cy="835025"/>
            </a:xfrm>
            <a:custGeom>
              <a:avLst/>
              <a:gdLst>
                <a:gd name="T0" fmla="*/ 1920 w 1920"/>
                <a:gd name="T1" fmla="*/ 263 h 263"/>
                <a:gd name="T2" fmla="*/ 1155 w 1920"/>
                <a:gd name="T3" fmla="*/ 28 h 263"/>
                <a:gd name="T4" fmla="*/ 0 w 1920"/>
                <a:gd name="T5" fmla="*/ 59 h 263"/>
              </a:gdLst>
              <a:ahLst/>
              <a:cxnLst>
                <a:cxn ang="0">
                  <a:pos x="T0" y="T1"/>
                </a:cxn>
                <a:cxn ang="0">
                  <a:pos x="T2" y="T3"/>
                </a:cxn>
                <a:cxn ang="0">
                  <a:pos x="T4" y="T5"/>
                </a:cxn>
              </a:cxnLst>
              <a:rect l="0" t="0" r="r" b="b"/>
              <a:pathLst>
                <a:path w="1920" h="263">
                  <a:moveTo>
                    <a:pt x="1920" y="263"/>
                  </a:moveTo>
                  <a:cubicBezTo>
                    <a:pt x="1671" y="92"/>
                    <a:pt x="1458" y="53"/>
                    <a:pt x="1155" y="28"/>
                  </a:cubicBezTo>
                  <a:cubicBezTo>
                    <a:pt x="807" y="0"/>
                    <a:pt x="479" y="6"/>
                    <a:pt x="0" y="59"/>
                  </a:cubicBezTo>
                </a:path>
              </a:pathLst>
            </a:custGeom>
            <a:noFill/>
            <a:ln w="63500" cap="flat">
              <a:solidFill>
                <a:schemeClr val="accent1"/>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lstStyle/>
            <a:p>
              <a:endParaRPr lang="zh-CN" altLang="en-US" sz="1015">
                <a:latin typeface="黑体" panose="02010609060101010101" pitchFamily="49" charset="-122"/>
                <a:ea typeface="黑体" panose="02010609060101010101" pitchFamily="49" charset="-122"/>
                <a:cs typeface="Times New Roman" panose="02020603050405020304" pitchFamily="18" charset="0"/>
              </a:endParaRPr>
            </a:p>
          </p:txBody>
        </p:sp>
        <p:sp>
          <p:nvSpPr>
            <p:cNvPr id="24" name="Freeform 18"/>
            <p:cNvSpPr/>
            <p:nvPr/>
          </p:nvSpPr>
          <p:spPr bwMode="auto">
            <a:xfrm>
              <a:off x="6097588" y="3068638"/>
              <a:ext cx="6091238" cy="835025"/>
            </a:xfrm>
            <a:custGeom>
              <a:avLst/>
              <a:gdLst>
                <a:gd name="T0" fmla="*/ 0 w 1920"/>
                <a:gd name="T1" fmla="*/ 263 h 263"/>
                <a:gd name="T2" fmla="*/ 764 w 1920"/>
                <a:gd name="T3" fmla="*/ 28 h 263"/>
                <a:gd name="T4" fmla="*/ 1920 w 1920"/>
                <a:gd name="T5" fmla="*/ 59 h 263"/>
              </a:gdLst>
              <a:ahLst/>
              <a:cxnLst>
                <a:cxn ang="0">
                  <a:pos x="T0" y="T1"/>
                </a:cxn>
                <a:cxn ang="0">
                  <a:pos x="T2" y="T3"/>
                </a:cxn>
                <a:cxn ang="0">
                  <a:pos x="T4" y="T5"/>
                </a:cxn>
              </a:cxnLst>
              <a:rect l="0" t="0" r="r" b="b"/>
              <a:pathLst>
                <a:path w="1920" h="263">
                  <a:moveTo>
                    <a:pt x="0" y="263"/>
                  </a:moveTo>
                  <a:cubicBezTo>
                    <a:pt x="249" y="92"/>
                    <a:pt x="462" y="53"/>
                    <a:pt x="764" y="28"/>
                  </a:cubicBezTo>
                  <a:cubicBezTo>
                    <a:pt x="1112" y="0"/>
                    <a:pt x="1441" y="6"/>
                    <a:pt x="1920" y="59"/>
                  </a:cubicBezTo>
                </a:path>
              </a:pathLst>
            </a:custGeom>
            <a:noFill/>
            <a:ln w="63500" cap="flat">
              <a:solidFill>
                <a:schemeClr val="accent1"/>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lstStyle/>
            <a:p>
              <a:endParaRPr lang="zh-CN" altLang="en-US" sz="1015">
                <a:latin typeface="黑体" panose="02010609060101010101" pitchFamily="49" charset="-122"/>
                <a:ea typeface="黑体" panose="02010609060101010101" pitchFamily="49" charset="-122"/>
                <a:cs typeface="Times New Roman" panose="02020603050405020304" pitchFamily="18" charset="0"/>
              </a:endParaRPr>
            </a:p>
          </p:txBody>
        </p:sp>
        <p:sp>
          <p:nvSpPr>
            <p:cNvPr id="25" name="Freeform 19"/>
            <p:cNvSpPr/>
            <p:nvPr/>
          </p:nvSpPr>
          <p:spPr bwMode="auto">
            <a:xfrm>
              <a:off x="346075" y="2484438"/>
              <a:ext cx="5751513" cy="1419225"/>
            </a:xfrm>
            <a:custGeom>
              <a:avLst/>
              <a:gdLst>
                <a:gd name="T0" fmla="*/ 1813 w 1813"/>
                <a:gd name="T1" fmla="*/ 447 h 447"/>
                <a:gd name="T2" fmla="*/ 1000 w 1813"/>
                <a:gd name="T3" fmla="*/ 42 h 447"/>
                <a:gd name="T4" fmla="*/ 0 w 1813"/>
                <a:gd name="T5" fmla="*/ 82 h 447"/>
              </a:gdLst>
              <a:ahLst/>
              <a:cxnLst>
                <a:cxn ang="0">
                  <a:pos x="T0" y="T1"/>
                </a:cxn>
                <a:cxn ang="0">
                  <a:pos x="T2" y="T3"/>
                </a:cxn>
                <a:cxn ang="0">
                  <a:pos x="T4" y="T5"/>
                </a:cxn>
              </a:cxnLst>
              <a:rect l="0" t="0" r="r" b="b"/>
              <a:pathLst>
                <a:path w="1813" h="447">
                  <a:moveTo>
                    <a:pt x="1813" y="447"/>
                  </a:moveTo>
                  <a:cubicBezTo>
                    <a:pt x="1682" y="209"/>
                    <a:pt x="1314" y="90"/>
                    <a:pt x="1000" y="42"/>
                  </a:cubicBezTo>
                  <a:cubicBezTo>
                    <a:pt x="723" y="0"/>
                    <a:pt x="385" y="9"/>
                    <a:pt x="0" y="82"/>
                  </a:cubicBezTo>
                </a:path>
              </a:pathLst>
            </a:custGeom>
            <a:noFill/>
            <a:ln w="63500" cap="flat">
              <a:solidFill>
                <a:schemeClr val="accent1"/>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lstStyle/>
            <a:p>
              <a:endParaRPr lang="zh-CN" altLang="en-US" sz="1015">
                <a:latin typeface="黑体" panose="02010609060101010101" pitchFamily="49" charset="-122"/>
                <a:ea typeface="黑体" panose="02010609060101010101" pitchFamily="49" charset="-122"/>
                <a:cs typeface="Times New Roman" panose="02020603050405020304" pitchFamily="18" charset="0"/>
              </a:endParaRPr>
            </a:p>
          </p:txBody>
        </p:sp>
        <p:sp>
          <p:nvSpPr>
            <p:cNvPr id="26" name="Freeform 20"/>
            <p:cNvSpPr/>
            <p:nvPr/>
          </p:nvSpPr>
          <p:spPr bwMode="auto">
            <a:xfrm>
              <a:off x="765175" y="1903413"/>
              <a:ext cx="5332413" cy="2000250"/>
            </a:xfrm>
            <a:custGeom>
              <a:avLst/>
              <a:gdLst>
                <a:gd name="T0" fmla="*/ 1681 w 1681"/>
                <a:gd name="T1" fmla="*/ 630 h 630"/>
                <a:gd name="T2" fmla="*/ 891 w 1681"/>
                <a:gd name="T3" fmla="*/ 85 h 630"/>
                <a:gd name="T4" fmla="*/ 0 w 1681"/>
                <a:gd name="T5" fmla="*/ 22 h 630"/>
              </a:gdLst>
              <a:ahLst/>
              <a:cxnLst>
                <a:cxn ang="0">
                  <a:pos x="T0" y="T1"/>
                </a:cxn>
                <a:cxn ang="0">
                  <a:pos x="T2" y="T3"/>
                </a:cxn>
                <a:cxn ang="0">
                  <a:pos x="T4" y="T5"/>
                </a:cxn>
              </a:cxnLst>
              <a:rect l="0" t="0" r="r" b="b"/>
              <a:pathLst>
                <a:path w="1681" h="630">
                  <a:moveTo>
                    <a:pt x="1681" y="630"/>
                  </a:moveTo>
                  <a:cubicBezTo>
                    <a:pt x="1557" y="313"/>
                    <a:pt x="1212" y="170"/>
                    <a:pt x="891" y="85"/>
                  </a:cubicBezTo>
                  <a:cubicBezTo>
                    <a:pt x="620" y="13"/>
                    <a:pt x="311" y="0"/>
                    <a:pt x="0" y="22"/>
                  </a:cubicBezTo>
                </a:path>
              </a:pathLst>
            </a:custGeom>
            <a:noFill/>
            <a:ln w="63500" cap="flat">
              <a:solidFill>
                <a:schemeClr val="accent1"/>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lstStyle/>
            <a:p>
              <a:endParaRPr lang="zh-CN" altLang="en-US" sz="1015">
                <a:latin typeface="黑体" panose="02010609060101010101" pitchFamily="49" charset="-122"/>
                <a:ea typeface="黑体" panose="02010609060101010101" pitchFamily="49" charset="-122"/>
                <a:cs typeface="Times New Roman" panose="02020603050405020304" pitchFamily="18" charset="0"/>
              </a:endParaRPr>
            </a:p>
          </p:txBody>
        </p:sp>
        <p:sp>
          <p:nvSpPr>
            <p:cNvPr id="27" name="Freeform 21"/>
            <p:cNvSpPr/>
            <p:nvPr/>
          </p:nvSpPr>
          <p:spPr bwMode="auto">
            <a:xfrm>
              <a:off x="6097588" y="2878138"/>
              <a:ext cx="6091238" cy="1025525"/>
            </a:xfrm>
            <a:custGeom>
              <a:avLst/>
              <a:gdLst>
                <a:gd name="T0" fmla="*/ 0 w 1920"/>
                <a:gd name="T1" fmla="*/ 323 h 323"/>
                <a:gd name="T2" fmla="*/ 710 w 1920"/>
                <a:gd name="T3" fmla="*/ 38 h 323"/>
                <a:gd name="T4" fmla="*/ 1920 w 1920"/>
                <a:gd name="T5" fmla="*/ 86 h 323"/>
              </a:gdLst>
              <a:ahLst/>
              <a:cxnLst>
                <a:cxn ang="0">
                  <a:pos x="T0" y="T1"/>
                </a:cxn>
                <a:cxn ang="0">
                  <a:pos x="T2" y="T3"/>
                </a:cxn>
                <a:cxn ang="0">
                  <a:pos x="T4" y="T5"/>
                </a:cxn>
              </a:cxnLst>
              <a:rect l="0" t="0" r="r" b="b"/>
              <a:pathLst>
                <a:path w="1920" h="323">
                  <a:moveTo>
                    <a:pt x="0" y="323"/>
                  </a:moveTo>
                  <a:cubicBezTo>
                    <a:pt x="178" y="142"/>
                    <a:pt x="410" y="77"/>
                    <a:pt x="710" y="38"/>
                  </a:cubicBezTo>
                  <a:cubicBezTo>
                    <a:pt x="992" y="2"/>
                    <a:pt x="1425" y="0"/>
                    <a:pt x="1920" y="86"/>
                  </a:cubicBezTo>
                </a:path>
              </a:pathLst>
            </a:custGeom>
            <a:noFill/>
            <a:ln w="63500" cap="flat">
              <a:solidFill>
                <a:schemeClr val="accent1"/>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lstStyle/>
            <a:p>
              <a:endParaRPr lang="zh-CN" altLang="en-US" sz="1015">
                <a:latin typeface="黑体" panose="02010609060101010101" pitchFamily="49" charset="-122"/>
                <a:ea typeface="黑体" panose="02010609060101010101" pitchFamily="49" charset="-122"/>
                <a:cs typeface="Times New Roman" panose="02020603050405020304" pitchFamily="18" charset="0"/>
              </a:endParaRPr>
            </a:p>
          </p:txBody>
        </p:sp>
        <p:sp>
          <p:nvSpPr>
            <p:cNvPr id="28" name="Freeform 22"/>
            <p:cNvSpPr/>
            <p:nvPr/>
          </p:nvSpPr>
          <p:spPr bwMode="auto">
            <a:xfrm>
              <a:off x="6097588" y="2484438"/>
              <a:ext cx="5751513" cy="1419225"/>
            </a:xfrm>
            <a:custGeom>
              <a:avLst/>
              <a:gdLst>
                <a:gd name="T0" fmla="*/ 0 w 1813"/>
                <a:gd name="T1" fmla="*/ 447 h 447"/>
                <a:gd name="T2" fmla="*/ 813 w 1813"/>
                <a:gd name="T3" fmla="*/ 42 h 447"/>
                <a:gd name="T4" fmla="*/ 1813 w 1813"/>
                <a:gd name="T5" fmla="*/ 82 h 447"/>
              </a:gdLst>
              <a:ahLst/>
              <a:cxnLst>
                <a:cxn ang="0">
                  <a:pos x="T0" y="T1"/>
                </a:cxn>
                <a:cxn ang="0">
                  <a:pos x="T2" y="T3"/>
                </a:cxn>
                <a:cxn ang="0">
                  <a:pos x="T4" y="T5"/>
                </a:cxn>
              </a:cxnLst>
              <a:rect l="0" t="0" r="r" b="b"/>
              <a:pathLst>
                <a:path w="1813" h="447">
                  <a:moveTo>
                    <a:pt x="0" y="447"/>
                  </a:moveTo>
                  <a:cubicBezTo>
                    <a:pt x="130" y="209"/>
                    <a:pt x="498" y="90"/>
                    <a:pt x="813" y="42"/>
                  </a:cubicBezTo>
                  <a:cubicBezTo>
                    <a:pt x="1090" y="0"/>
                    <a:pt x="1428" y="9"/>
                    <a:pt x="1813" y="82"/>
                  </a:cubicBezTo>
                </a:path>
              </a:pathLst>
            </a:custGeom>
            <a:noFill/>
            <a:ln w="63500" cap="flat">
              <a:solidFill>
                <a:schemeClr val="accent1"/>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lstStyle/>
            <a:p>
              <a:endParaRPr lang="zh-CN" altLang="en-US" sz="1015">
                <a:latin typeface="黑体" panose="02010609060101010101" pitchFamily="49" charset="-122"/>
                <a:ea typeface="黑体" panose="02010609060101010101" pitchFamily="49" charset="-122"/>
                <a:cs typeface="Times New Roman" panose="02020603050405020304" pitchFamily="18" charset="0"/>
              </a:endParaRPr>
            </a:p>
          </p:txBody>
        </p:sp>
        <p:sp>
          <p:nvSpPr>
            <p:cNvPr id="32" name="Freeform 23"/>
            <p:cNvSpPr/>
            <p:nvPr/>
          </p:nvSpPr>
          <p:spPr bwMode="auto">
            <a:xfrm>
              <a:off x="6097588" y="1903413"/>
              <a:ext cx="5332413" cy="2000250"/>
            </a:xfrm>
            <a:custGeom>
              <a:avLst/>
              <a:gdLst>
                <a:gd name="T0" fmla="*/ 0 w 1681"/>
                <a:gd name="T1" fmla="*/ 630 h 630"/>
                <a:gd name="T2" fmla="*/ 790 w 1681"/>
                <a:gd name="T3" fmla="*/ 85 h 630"/>
                <a:gd name="T4" fmla="*/ 1681 w 1681"/>
                <a:gd name="T5" fmla="*/ 22 h 630"/>
              </a:gdLst>
              <a:ahLst/>
              <a:cxnLst>
                <a:cxn ang="0">
                  <a:pos x="T0" y="T1"/>
                </a:cxn>
                <a:cxn ang="0">
                  <a:pos x="T2" y="T3"/>
                </a:cxn>
                <a:cxn ang="0">
                  <a:pos x="T4" y="T5"/>
                </a:cxn>
              </a:cxnLst>
              <a:rect l="0" t="0" r="r" b="b"/>
              <a:pathLst>
                <a:path w="1681" h="630">
                  <a:moveTo>
                    <a:pt x="0" y="630"/>
                  </a:moveTo>
                  <a:cubicBezTo>
                    <a:pt x="124" y="313"/>
                    <a:pt x="469" y="170"/>
                    <a:pt x="790" y="85"/>
                  </a:cubicBezTo>
                  <a:cubicBezTo>
                    <a:pt x="1060" y="13"/>
                    <a:pt x="1369" y="0"/>
                    <a:pt x="1681" y="22"/>
                  </a:cubicBezTo>
                </a:path>
              </a:pathLst>
            </a:custGeom>
            <a:noFill/>
            <a:ln w="63500" cap="flat">
              <a:solidFill>
                <a:schemeClr val="accent1"/>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lstStyle/>
            <a:p>
              <a:endParaRPr lang="zh-CN" altLang="en-US" sz="1015">
                <a:latin typeface="黑体" panose="02010609060101010101" pitchFamily="49" charset="-122"/>
                <a:ea typeface="黑体" panose="02010609060101010101" pitchFamily="49" charset="-122"/>
                <a:cs typeface="Times New Roman" panose="02020603050405020304" pitchFamily="18" charset="0"/>
              </a:endParaRPr>
            </a:p>
          </p:txBody>
        </p:sp>
      </p:grpSp>
      <p:sp>
        <p:nvSpPr>
          <p:cNvPr id="33" name="文本框 32"/>
          <p:cNvSpPr txBox="1"/>
          <p:nvPr/>
        </p:nvSpPr>
        <p:spPr>
          <a:xfrm>
            <a:off x="791152" y="2725818"/>
            <a:ext cx="7556358" cy="2077085"/>
          </a:xfrm>
          <a:prstGeom prst="rect">
            <a:avLst/>
          </a:prstGeom>
          <a:noFill/>
        </p:spPr>
        <p:txBody>
          <a:bodyPr wrap="square" lIns="0" tIns="0" rIns="0" bIns="0" rtlCol="0">
            <a:spAutoFit/>
          </a:bodyPr>
          <a:lstStyle/>
          <a:p>
            <a:pPr algn="ctr"/>
            <a:r>
              <a:rPr kumimoji="1" lang="en-US" altLang="zh-CN" sz="4500">
                <a:ln w="12700">
                  <a:noFill/>
                </a:ln>
                <a:solidFill>
                  <a:srgbClr val="FFFFFF">
                    <a:alpha val="100000"/>
                  </a:srgbClr>
                </a:solidFill>
                <a:latin typeface="OPPOSans H" panose="00020600040101010101" charset="-122"/>
                <a:ea typeface="OPPOSans H" panose="00020600040101010101" charset="-122"/>
                <a:cs typeface="OPPOSans H" panose="00020600040101010101" charset="-122"/>
                <a:sym typeface="+mn-ea"/>
              </a:rPr>
              <a:t>康养中心信息化管理系统的设计与实现</a:t>
            </a:r>
            <a:endParaRPr kumimoji="1" lang="zh-CN" altLang="en-US" sz="4500"/>
          </a:p>
          <a:p>
            <a:pPr algn="ctr"/>
            <a:endParaRPr lang="zh-CN" altLang="en-US" sz="4500" b="1" dirty="0">
              <a:solidFill>
                <a:schemeClr val="bg1"/>
              </a:solidFill>
              <a:latin typeface="宋体" panose="02010600030101010101" pitchFamily="2" charset="-122"/>
              <a:ea typeface="宋体" panose="02010600030101010101" pitchFamily="2" charset="-122"/>
            </a:endParaRPr>
          </a:p>
        </p:txBody>
      </p:sp>
      <p:grpSp>
        <p:nvGrpSpPr>
          <p:cNvPr id="7" name="组合 11"/>
          <p:cNvGrpSpPr/>
          <p:nvPr/>
        </p:nvGrpSpPr>
        <p:grpSpPr bwMode="auto">
          <a:xfrm>
            <a:off x="3712707" y="4083512"/>
            <a:ext cx="2977657" cy="583565"/>
            <a:chOff x="2186442" y="3182710"/>
            <a:chExt cx="2976790" cy="633219"/>
          </a:xfrm>
        </p:grpSpPr>
        <p:sp>
          <p:nvSpPr>
            <p:cNvPr id="8" name="文本框 8"/>
            <p:cNvSpPr txBox="1">
              <a:spLocks noChangeArrowheads="1"/>
            </p:cNvSpPr>
            <p:nvPr/>
          </p:nvSpPr>
          <p:spPr bwMode="auto">
            <a:xfrm>
              <a:off x="2186442" y="3182710"/>
              <a:ext cx="1604813" cy="633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zh-CN" altLang="en-US" sz="1600" dirty="0">
                  <a:solidFill>
                    <a:schemeClr val="bg1"/>
                  </a:solidFill>
                  <a:latin typeface="Times New Roman" panose="02020603050405020304" pitchFamily="18" charset="0"/>
                  <a:ea typeface="宋体" panose="02010600030101010101" pitchFamily="2" charset="-122"/>
                  <a:cs typeface="Times New Roman" panose="02020603050405020304" pitchFamily="18" charset="0"/>
                </a:rPr>
                <a:t>答辩</a:t>
              </a:r>
              <a:r>
                <a:rPr lang="zh-CN" altLang="en-US" sz="1600" dirty="0">
                  <a:solidFill>
                    <a:schemeClr val="bg1"/>
                  </a:solidFill>
                  <a:latin typeface="Times New Roman" panose="02020603050405020304" pitchFamily="18" charset="0"/>
                  <a:ea typeface="宋体" panose="02010600030101010101" pitchFamily="2" charset="-122"/>
                  <a:cs typeface="Times New Roman" panose="02020603050405020304" pitchFamily="18" charset="0"/>
                </a:rPr>
                <a:t>人：刘铠</a:t>
              </a:r>
              <a:endParaRPr lang="zh-CN" altLang="en-US" sz="1600" dirty="0">
                <a:solidFill>
                  <a:schemeClr val="bg1"/>
                </a:solidFill>
                <a:latin typeface="Times New Roman" panose="02020603050405020304" pitchFamily="18" charset="0"/>
                <a:ea typeface="宋体" panose="02010600030101010101" pitchFamily="2" charset="-122"/>
                <a:cs typeface="Times New Roman" panose="02020603050405020304" pitchFamily="18" charset="0"/>
              </a:endParaRPr>
            </a:p>
            <a:p>
              <a:pPr algn="ctr" fontAlgn="base">
                <a:spcBef>
                  <a:spcPct val="0"/>
                </a:spcBef>
                <a:spcAft>
                  <a:spcPct val="0"/>
                </a:spcAft>
                <a:defRPr/>
              </a:pPr>
              <a:r>
                <a:rPr lang="zh-CN" altLang="en-US" sz="1600" dirty="0">
                  <a:solidFill>
                    <a:schemeClr val="bg1"/>
                  </a:solidFill>
                  <a:latin typeface="Times New Roman" panose="02020603050405020304" pitchFamily="18" charset="0"/>
                  <a:ea typeface="宋体" panose="02010600030101010101" pitchFamily="2" charset="-122"/>
                  <a:cs typeface="Times New Roman" panose="02020603050405020304" pitchFamily="18" charset="0"/>
                </a:rPr>
                <a:t>指导</a:t>
              </a:r>
              <a:r>
                <a:rPr lang="zh-CN" altLang="en-US" sz="1600" dirty="0">
                  <a:solidFill>
                    <a:schemeClr val="bg1"/>
                  </a:solidFill>
                  <a:latin typeface="Times New Roman" panose="02020603050405020304" pitchFamily="18" charset="0"/>
                  <a:ea typeface="宋体" panose="02010600030101010101" pitchFamily="2" charset="-122"/>
                  <a:cs typeface="Times New Roman" panose="02020603050405020304" pitchFamily="18" charset="0"/>
                </a:rPr>
                <a:t>老师：石锐</a:t>
              </a:r>
              <a:endParaRPr lang="zh-CN" altLang="en-US" sz="1600" dirty="0">
                <a:solidFill>
                  <a:schemeClr val="bg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9" name="文本框 8"/>
            <p:cNvSpPr txBox="1">
              <a:spLocks noChangeArrowheads="1"/>
            </p:cNvSpPr>
            <p:nvPr/>
          </p:nvSpPr>
          <p:spPr bwMode="auto">
            <a:xfrm>
              <a:off x="4978555" y="3333983"/>
              <a:ext cx="184677" cy="3387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endParaRPr lang="zh-CN" altLang="en-US" sz="1600" dirty="0">
                <a:solidFill>
                  <a:schemeClr val="bg1"/>
                </a:solidFill>
                <a:latin typeface="思源黑体 CN Normal" panose="020B0400000000000000" charset="-122"/>
                <a:ea typeface="思源黑体 CN Normal" panose="020B0400000000000000" charset="-122"/>
              </a:endParaRPr>
            </a:p>
          </p:txBody>
        </p:sp>
      </p:grpSp>
      <p:pic>
        <p:nvPicPr>
          <p:cNvPr id="2" name="图片 1"/>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3948496" y="891966"/>
            <a:ext cx="1249683" cy="1261875"/>
          </a:xfrm>
          <a:prstGeom prst="rect">
            <a:avLst/>
          </a:prstGeom>
        </p:spPr>
      </p:pic>
      <p:sp>
        <p:nvSpPr>
          <p:cNvPr id="3" name="文本框 2"/>
          <p:cNvSpPr txBox="1"/>
          <p:nvPr/>
        </p:nvSpPr>
        <p:spPr>
          <a:xfrm>
            <a:off x="2588564" y="4603181"/>
            <a:ext cx="3961534" cy="337185"/>
          </a:xfrm>
          <a:prstGeom prst="rect">
            <a:avLst/>
          </a:prstGeom>
          <a:noFill/>
        </p:spPr>
        <p:txBody>
          <a:bodyPr wrap="square" rtlCol="0">
            <a:spAutoFit/>
          </a:bodyPr>
          <a:lstStyle/>
          <a:p>
            <a:pPr algn="ctr"/>
            <a:r>
              <a:rPr lang="zh-CN" altLang="en-US" sz="1600" dirty="0">
                <a:solidFill>
                  <a:schemeClr val="bg1"/>
                </a:solidFill>
                <a:latin typeface="Times New Roman" panose="02020603050405020304" pitchFamily="18" charset="0"/>
                <a:ea typeface="宋体" panose="02010600030101010101" pitchFamily="2" charset="-122"/>
                <a:cs typeface="Times New Roman" panose="02020603050405020304" pitchFamily="18" charset="0"/>
              </a:rPr>
              <a:t>时间：</a:t>
            </a:r>
            <a:r>
              <a:rPr lang="en-US" altLang="zh-CN" sz="1600" dirty="0">
                <a:solidFill>
                  <a:schemeClr val="bg1"/>
                </a:solidFill>
                <a:latin typeface="Times New Roman" panose="02020603050405020304" pitchFamily="18" charset="0"/>
                <a:ea typeface="宋体" panose="02010600030101010101" pitchFamily="2" charset="-122"/>
                <a:cs typeface="Times New Roman" panose="02020603050405020304" pitchFamily="18" charset="0"/>
              </a:rPr>
              <a:t>2025.5.21</a:t>
            </a:r>
            <a:endParaRPr lang="zh-CN" altLang="en-US" sz="1600" dirty="0">
              <a:solidFill>
                <a:schemeClr val="bg1"/>
              </a:solidFill>
              <a:latin typeface="Times New Roman" panose="02020603050405020304" pitchFamily="18" charset="0"/>
              <a:ea typeface="宋体" panose="02010600030101010101" pitchFamily="2" charset="-122"/>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1500" advTm="6115"/>
    </mc:Choice>
    <mc:Fallback>
      <p:transition spd="slow" advTm="6115"/>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9" name="组合 48"/>
          <p:cNvGrpSpPr>
            <a:grpSpLocks noChangeAspect="1"/>
          </p:cNvGrpSpPr>
          <p:nvPr/>
        </p:nvGrpSpPr>
        <p:grpSpPr>
          <a:xfrm>
            <a:off x="100965" y="3625215"/>
            <a:ext cx="8941435" cy="1468755"/>
            <a:chOff x="6350" y="1903413"/>
            <a:chExt cx="12182476" cy="2000250"/>
          </a:xfrm>
        </p:grpSpPr>
        <p:sp>
          <p:nvSpPr>
            <p:cNvPr id="50" name="Freeform 16"/>
            <p:cNvSpPr/>
            <p:nvPr/>
          </p:nvSpPr>
          <p:spPr bwMode="auto">
            <a:xfrm>
              <a:off x="6350" y="2878138"/>
              <a:ext cx="6091238" cy="1025525"/>
            </a:xfrm>
            <a:custGeom>
              <a:avLst/>
              <a:gdLst>
                <a:gd name="T0" fmla="*/ 1920 w 1920"/>
                <a:gd name="T1" fmla="*/ 323 h 323"/>
                <a:gd name="T2" fmla="*/ 1209 w 1920"/>
                <a:gd name="T3" fmla="*/ 38 h 323"/>
                <a:gd name="T4" fmla="*/ 0 w 1920"/>
                <a:gd name="T5" fmla="*/ 86 h 323"/>
              </a:gdLst>
              <a:ahLst/>
              <a:cxnLst>
                <a:cxn ang="0">
                  <a:pos x="T0" y="T1"/>
                </a:cxn>
                <a:cxn ang="0">
                  <a:pos x="T2" y="T3"/>
                </a:cxn>
                <a:cxn ang="0">
                  <a:pos x="T4" y="T5"/>
                </a:cxn>
              </a:cxnLst>
              <a:rect l="0" t="0" r="r" b="b"/>
              <a:pathLst>
                <a:path w="1920" h="323">
                  <a:moveTo>
                    <a:pt x="1920" y="323"/>
                  </a:moveTo>
                  <a:cubicBezTo>
                    <a:pt x="1742" y="142"/>
                    <a:pt x="1510" y="77"/>
                    <a:pt x="1209" y="38"/>
                  </a:cubicBezTo>
                  <a:cubicBezTo>
                    <a:pt x="928" y="2"/>
                    <a:pt x="495" y="0"/>
                    <a:pt x="0" y="86"/>
                  </a:cubicBezTo>
                </a:path>
              </a:pathLst>
            </a:custGeom>
            <a:noFill/>
            <a:ln w="63500" cap="flat">
              <a:solidFill>
                <a:schemeClr val="accent1"/>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黑体" panose="02010609060101010101" pitchFamily="49" charset="-122"/>
                <a:ea typeface="黑体" panose="02010609060101010101" pitchFamily="49" charset="-122"/>
              </a:endParaRPr>
            </a:p>
          </p:txBody>
        </p:sp>
        <p:sp>
          <p:nvSpPr>
            <p:cNvPr id="51" name="Freeform 17"/>
            <p:cNvSpPr/>
            <p:nvPr/>
          </p:nvSpPr>
          <p:spPr bwMode="auto">
            <a:xfrm>
              <a:off x="6350" y="3068638"/>
              <a:ext cx="6091238" cy="835025"/>
            </a:xfrm>
            <a:custGeom>
              <a:avLst/>
              <a:gdLst>
                <a:gd name="T0" fmla="*/ 1920 w 1920"/>
                <a:gd name="T1" fmla="*/ 263 h 263"/>
                <a:gd name="T2" fmla="*/ 1155 w 1920"/>
                <a:gd name="T3" fmla="*/ 28 h 263"/>
                <a:gd name="T4" fmla="*/ 0 w 1920"/>
                <a:gd name="T5" fmla="*/ 59 h 263"/>
              </a:gdLst>
              <a:ahLst/>
              <a:cxnLst>
                <a:cxn ang="0">
                  <a:pos x="T0" y="T1"/>
                </a:cxn>
                <a:cxn ang="0">
                  <a:pos x="T2" y="T3"/>
                </a:cxn>
                <a:cxn ang="0">
                  <a:pos x="T4" y="T5"/>
                </a:cxn>
              </a:cxnLst>
              <a:rect l="0" t="0" r="r" b="b"/>
              <a:pathLst>
                <a:path w="1920" h="263">
                  <a:moveTo>
                    <a:pt x="1920" y="263"/>
                  </a:moveTo>
                  <a:cubicBezTo>
                    <a:pt x="1671" y="92"/>
                    <a:pt x="1458" y="53"/>
                    <a:pt x="1155" y="28"/>
                  </a:cubicBezTo>
                  <a:cubicBezTo>
                    <a:pt x="807" y="0"/>
                    <a:pt x="479" y="6"/>
                    <a:pt x="0" y="59"/>
                  </a:cubicBezTo>
                </a:path>
              </a:pathLst>
            </a:custGeom>
            <a:noFill/>
            <a:ln w="63500" cap="flat">
              <a:solidFill>
                <a:schemeClr val="accent1"/>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黑体" panose="02010609060101010101" pitchFamily="49" charset="-122"/>
                <a:ea typeface="黑体" panose="02010609060101010101" pitchFamily="49" charset="-122"/>
              </a:endParaRPr>
            </a:p>
          </p:txBody>
        </p:sp>
        <p:sp>
          <p:nvSpPr>
            <p:cNvPr id="52" name="Freeform 18"/>
            <p:cNvSpPr/>
            <p:nvPr/>
          </p:nvSpPr>
          <p:spPr bwMode="auto">
            <a:xfrm>
              <a:off x="6097588" y="3068638"/>
              <a:ext cx="6091238" cy="835025"/>
            </a:xfrm>
            <a:custGeom>
              <a:avLst/>
              <a:gdLst>
                <a:gd name="T0" fmla="*/ 0 w 1920"/>
                <a:gd name="T1" fmla="*/ 263 h 263"/>
                <a:gd name="T2" fmla="*/ 764 w 1920"/>
                <a:gd name="T3" fmla="*/ 28 h 263"/>
                <a:gd name="T4" fmla="*/ 1920 w 1920"/>
                <a:gd name="T5" fmla="*/ 59 h 263"/>
              </a:gdLst>
              <a:ahLst/>
              <a:cxnLst>
                <a:cxn ang="0">
                  <a:pos x="T0" y="T1"/>
                </a:cxn>
                <a:cxn ang="0">
                  <a:pos x="T2" y="T3"/>
                </a:cxn>
                <a:cxn ang="0">
                  <a:pos x="T4" y="T5"/>
                </a:cxn>
              </a:cxnLst>
              <a:rect l="0" t="0" r="r" b="b"/>
              <a:pathLst>
                <a:path w="1920" h="263">
                  <a:moveTo>
                    <a:pt x="0" y="263"/>
                  </a:moveTo>
                  <a:cubicBezTo>
                    <a:pt x="249" y="92"/>
                    <a:pt x="462" y="53"/>
                    <a:pt x="764" y="28"/>
                  </a:cubicBezTo>
                  <a:cubicBezTo>
                    <a:pt x="1112" y="0"/>
                    <a:pt x="1441" y="6"/>
                    <a:pt x="1920" y="59"/>
                  </a:cubicBezTo>
                </a:path>
              </a:pathLst>
            </a:custGeom>
            <a:noFill/>
            <a:ln w="63500" cap="flat">
              <a:solidFill>
                <a:schemeClr val="accent1"/>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黑体" panose="02010609060101010101" pitchFamily="49" charset="-122"/>
                <a:ea typeface="黑体" panose="02010609060101010101" pitchFamily="49" charset="-122"/>
              </a:endParaRPr>
            </a:p>
          </p:txBody>
        </p:sp>
        <p:sp>
          <p:nvSpPr>
            <p:cNvPr id="53" name="Freeform 19"/>
            <p:cNvSpPr/>
            <p:nvPr/>
          </p:nvSpPr>
          <p:spPr bwMode="auto">
            <a:xfrm>
              <a:off x="346075" y="2484438"/>
              <a:ext cx="5751513" cy="1419225"/>
            </a:xfrm>
            <a:custGeom>
              <a:avLst/>
              <a:gdLst>
                <a:gd name="T0" fmla="*/ 1813 w 1813"/>
                <a:gd name="T1" fmla="*/ 447 h 447"/>
                <a:gd name="T2" fmla="*/ 1000 w 1813"/>
                <a:gd name="T3" fmla="*/ 42 h 447"/>
                <a:gd name="T4" fmla="*/ 0 w 1813"/>
                <a:gd name="T5" fmla="*/ 82 h 447"/>
              </a:gdLst>
              <a:ahLst/>
              <a:cxnLst>
                <a:cxn ang="0">
                  <a:pos x="T0" y="T1"/>
                </a:cxn>
                <a:cxn ang="0">
                  <a:pos x="T2" y="T3"/>
                </a:cxn>
                <a:cxn ang="0">
                  <a:pos x="T4" y="T5"/>
                </a:cxn>
              </a:cxnLst>
              <a:rect l="0" t="0" r="r" b="b"/>
              <a:pathLst>
                <a:path w="1813" h="447">
                  <a:moveTo>
                    <a:pt x="1813" y="447"/>
                  </a:moveTo>
                  <a:cubicBezTo>
                    <a:pt x="1682" y="209"/>
                    <a:pt x="1314" y="90"/>
                    <a:pt x="1000" y="42"/>
                  </a:cubicBezTo>
                  <a:cubicBezTo>
                    <a:pt x="723" y="0"/>
                    <a:pt x="385" y="9"/>
                    <a:pt x="0" y="82"/>
                  </a:cubicBezTo>
                </a:path>
              </a:pathLst>
            </a:custGeom>
            <a:noFill/>
            <a:ln w="63500" cap="flat">
              <a:solidFill>
                <a:schemeClr val="accent1"/>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黑体" panose="02010609060101010101" pitchFamily="49" charset="-122"/>
                <a:ea typeface="黑体" panose="02010609060101010101" pitchFamily="49" charset="-122"/>
              </a:endParaRPr>
            </a:p>
          </p:txBody>
        </p:sp>
        <p:sp>
          <p:nvSpPr>
            <p:cNvPr id="54" name="Freeform 20"/>
            <p:cNvSpPr/>
            <p:nvPr/>
          </p:nvSpPr>
          <p:spPr bwMode="auto">
            <a:xfrm>
              <a:off x="765175" y="1903413"/>
              <a:ext cx="5332413" cy="2000250"/>
            </a:xfrm>
            <a:custGeom>
              <a:avLst/>
              <a:gdLst>
                <a:gd name="T0" fmla="*/ 1681 w 1681"/>
                <a:gd name="T1" fmla="*/ 630 h 630"/>
                <a:gd name="T2" fmla="*/ 891 w 1681"/>
                <a:gd name="T3" fmla="*/ 85 h 630"/>
                <a:gd name="T4" fmla="*/ 0 w 1681"/>
                <a:gd name="T5" fmla="*/ 22 h 630"/>
              </a:gdLst>
              <a:ahLst/>
              <a:cxnLst>
                <a:cxn ang="0">
                  <a:pos x="T0" y="T1"/>
                </a:cxn>
                <a:cxn ang="0">
                  <a:pos x="T2" y="T3"/>
                </a:cxn>
                <a:cxn ang="0">
                  <a:pos x="T4" y="T5"/>
                </a:cxn>
              </a:cxnLst>
              <a:rect l="0" t="0" r="r" b="b"/>
              <a:pathLst>
                <a:path w="1681" h="630">
                  <a:moveTo>
                    <a:pt x="1681" y="630"/>
                  </a:moveTo>
                  <a:cubicBezTo>
                    <a:pt x="1557" y="313"/>
                    <a:pt x="1212" y="170"/>
                    <a:pt x="891" y="85"/>
                  </a:cubicBezTo>
                  <a:cubicBezTo>
                    <a:pt x="620" y="13"/>
                    <a:pt x="311" y="0"/>
                    <a:pt x="0" y="22"/>
                  </a:cubicBezTo>
                </a:path>
              </a:pathLst>
            </a:custGeom>
            <a:noFill/>
            <a:ln w="63500" cap="flat">
              <a:solidFill>
                <a:schemeClr val="accent1"/>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黑体" panose="02010609060101010101" pitchFamily="49" charset="-122"/>
                <a:ea typeface="黑体" panose="02010609060101010101" pitchFamily="49" charset="-122"/>
              </a:endParaRPr>
            </a:p>
          </p:txBody>
        </p:sp>
        <p:sp>
          <p:nvSpPr>
            <p:cNvPr id="55" name="Freeform 21"/>
            <p:cNvSpPr/>
            <p:nvPr/>
          </p:nvSpPr>
          <p:spPr bwMode="auto">
            <a:xfrm>
              <a:off x="6097588" y="2878138"/>
              <a:ext cx="6091238" cy="1025525"/>
            </a:xfrm>
            <a:custGeom>
              <a:avLst/>
              <a:gdLst>
                <a:gd name="T0" fmla="*/ 0 w 1920"/>
                <a:gd name="T1" fmla="*/ 323 h 323"/>
                <a:gd name="T2" fmla="*/ 710 w 1920"/>
                <a:gd name="T3" fmla="*/ 38 h 323"/>
                <a:gd name="T4" fmla="*/ 1920 w 1920"/>
                <a:gd name="T5" fmla="*/ 86 h 323"/>
              </a:gdLst>
              <a:ahLst/>
              <a:cxnLst>
                <a:cxn ang="0">
                  <a:pos x="T0" y="T1"/>
                </a:cxn>
                <a:cxn ang="0">
                  <a:pos x="T2" y="T3"/>
                </a:cxn>
                <a:cxn ang="0">
                  <a:pos x="T4" y="T5"/>
                </a:cxn>
              </a:cxnLst>
              <a:rect l="0" t="0" r="r" b="b"/>
              <a:pathLst>
                <a:path w="1920" h="323">
                  <a:moveTo>
                    <a:pt x="0" y="323"/>
                  </a:moveTo>
                  <a:cubicBezTo>
                    <a:pt x="178" y="142"/>
                    <a:pt x="410" y="77"/>
                    <a:pt x="710" y="38"/>
                  </a:cubicBezTo>
                  <a:cubicBezTo>
                    <a:pt x="992" y="2"/>
                    <a:pt x="1425" y="0"/>
                    <a:pt x="1920" y="86"/>
                  </a:cubicBezTo>
                </a:path>
              </a:pathLst>
            </a:custGeom>
            <a:noFill/>
            <a:ln w="63500" cap="flat">
              <a:solidFill>
                <a:schemeClr val="accent1"/>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黑体" panose="02010609060101010101" pitchFamily="49" charset="-122"/>
                <a:ea typeface="黑体" panose="02010609060101010101" pitchFamily="49" charset="-122"/>
              </a:endParaRPr>
            </a:p>
          </p:txBody>
        </p:sp>
        <p:sp>
          <p:nvSpPr>
            <p:cNvPr id="56" name="Freeform 22"/>
            <p:cNvSpPr/>
            <p:nvPr/>
          </p:nvSpPr>
          <p:spPr bwMode="auto">
            <a:xfrm>
              <a:off x="6097588" y="2484438"/>
              <a:ext cx="5751513" cy="1419225"/>
            </a:xfrm>
            <a:custGeom>
              <a:avLst/>
              <a:gdLst>
                <a:gd name="T0" fmla="*/ 0 w 1813"/>
                <a:gd name="T1" fmla="*/ 447 h 447"/>
                <a:gd name="T2" fmla="*/ 813 w 1813"/>
                <a:gd name="T3" fmla="*/ 42 h 447"/>
                <a:gd name="T4" fmla="*/ 1813 w 1813"/>
                <a:gd name="T5" fmla="*/ 82 h 447"/>
              </a:gdLst>
              <a:ahLst/>
              <a:cxnLst>
                <a:cxn ang="0">
                  <a:pos x="T0" y="T1"/>
                </a:cxn>
                <a:cxn ang="0">
                  <a:pos x="T2" y="T3"/>
                </a:cxn>
                <a:cxn ang="0">
                  <a:pos x="T4" y="T5"/>
                </a:cxn>
              </a:cxnLst>
              <a:rect l="0" t="0" r="r" b="b"/>
              <a:pathLst>
                <a:path w="1813" h="447">
                  <a:moveTo>
                    <a:pt x="0" y="447"/>
                  </a:moveTo>
                  <a:cubicBezTo>
                    <a:pt x="130" y="209"/>
                    <a:pt x="498" y="90"/>
                    <a:pt x="813" y="42"/>
                  </a:cubicBezTo>
                  <a:cubicBezTo>
                    <a:pt x="1090" y="0"/>
                    <a:pt x="1428" y="9"/>
                    <a:pt x="1813" y="82"/>
                  </a:cubicBezTo>
                </a:path>
              </a:pathLst>
            </a:custGeom>
            <a:noFill/>
            <a:ln w="63500" cap="flat">
              <a:solidFill>
                <a:schemeClr val="accent1"/>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黑体" panose="02010609060101010101" pitchFamily="49" charset="-122"/>
                <a:ea typeface="黑体" panose="02010609060101010101" pitchFamily="49" charset="-122"/>
              </a:endParaRPr>
            </a:p>
          </p:txBody>
        </p:sp>
        <p:sp>
          <p:nvSpPr>
            <p:cNvPr id="57" name="Freeform 23"/>
            <p:cNvSpPr/>
            <p:nvPr/>
          </p:nvSpPr>
          <p:spPr bwMode="auto">
            <a:xfrm>
              <a:off x="6097588" y="1903413"/>
              <a:ext cx="5332413" cy="2000250"/>
            </a:xfrm>
            <a:custGeom>
              <a:avLst/>
              <a:gdLst>
                <a:gd name="T0" fmla="*/ 0 w 1681"/>
                <a:gd name="T1" fmla="*/ 630 h 630"/>
                <a:gd name="T2" fmla="*/ 790 w 1681"/>
                <a:gd name="T3" fmla="*/ 85 h 630"/>
                <a:gd name="T4" fmla="*/ 1681 w 1681"/>
                <a:gd name="T5" fmla="*/ 22 h 630"/>
              </a:gdLst>
              <a:ahLst/>
              <a:cxnLst>
                <a:cxn ang="0">
                  <a:pos x="T0" y="T1"/>
                </a:cxn>
                <a:cxn ang="0">
                  <a:pos x="T2" y="T3"/>
                </a:cxn>
                <a:cxn ang="0">
                  <a:pos x="T4" y="T5"/>
                </a:cxn>
              </a:cxnLst>
              <a:rect l="0" t="0" r="r" b="b"/>
              <a:pathLst>
                <a:path w="1681" h="630">
                  <a:moveTo>
                    <a:pt x="0" y="630"/>
                  </a:moveTo>
                  <a:cubicBezTo>
                    <a:pt x="124" y="313"/>
                    <a:pt x="469" y="170"/>
                    <a:pt x="790" y="85"/>
                  </a:cubicBezTo>
                  <a:cubicBezTo>
                    <a:pt x="1060" y="13"/>
                    <a:pt x="1369" y="0"/>
                    <a:pt x="1681" y="22"/>
                  </a:cubicBezTo>
                </a:path>
              </a:pathLst>
            </a:custGeom>
            <a:noFill/>
            <a:ln w="63500" cap="flat">
              <a:solidFill>
                <a:schemeClr val="accent1"/>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黑体" panose="02010609060101010101" pitchFamily="49" charset="-122"/>
                <a:ea typeface="黑体" panose="02010609060101010101" pitchFamily="49" charset="-122"/>
              </a:endParaRPr>
            </a:p>
          </p:txBody>
        </p:sp>
      </p:grpSp>
      <p:grpSp>
        <p:nvGrpSpPr>
          <p:cNvPr id="32" name="组合 31"/>
          <p:cNvGrpSpPr/>
          <p:nvPr>
            <p:custDataLst>
              <p:tags r:id="rId1"/>
            </p:custDataLst>
          </p:nvPr>
        </p:nvGrpSpPr>
        <p:grpSpPr>
          <a:xfrm>
            <a:off x="216417" y="844867"/>
            <a:ext cx="741221" cy="741221"/>
            <a:chOff x="973554" y="1904522"/>
            <a:chExt cx="837665" cy="837665"/>
          </a:xfrm>
        </p:grpSpPr>
        <p:sp>
          <p:nvSpPr>
            <p:cNvPr id="21" name="椭圆 20"/>
            <p:cNvSpPr/>
            <p:nvPr>
              <p:custDataLst>
                <p:tags r:id="rId2"/>
              </p:custDataLst>
            </p:nvPr>
          </p:nvSpPr>
          <p:spPr>
            <a:xfrm>
              <a:off x="973554" y="1904522"/>
              <a:ext cx="837665" cy="837665"/>
            </a:xfrm>
            <a:prstGeom prst="ellipse">
              <a:avLst/>
            </a:prstGeom>
            <a:gradFill>
              <a:gsLst>
                <a:gs pos="0">
                  <a:schemeClr val="bg1"/>
                </a:gs>
                <a:gs pos="35000">
                  <a:schemeClr val="bg1">
                    <a:lumMod val="95000"/>
                  </a:schemeClr>
                </a:gs>
                <a:gs pos="100000">
                  <a:schemeClr val="bg1">
                    <a:lumMod val="85000"/>
                  </a:schemeClr>
                </a:gs>
              </a:gsLst>
              <a:path path="circle">
                <a:fillToRect l="50000" t="50000" r="50000" b="50000"/>
              </a:path>
            </a:gradFill>
            <a:ln>
              <a:noFill/>
            </a:ln>
            <a:effectLst>
              <a:outerShdw blurRad="139700" dist="1016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ea typeface="思源黑体 CN Normal" panose="020B0400000000000000" charset="-122"/>
              </a:endParaRPr>
            </a:p>
          </p:txBody>
        </p:sp>
        <p:sp>
          <p:nvSpPr>
            <p:cNvPr id="22" name="文本框 5"/>
            <p:cNvSpPr txBox="1">
              <a:spLocks noChangeArrowheads="1"/>
            </p:cNvSpPr>
            <p:nvPr>
              <p:custDataLst>
                <p:tags r:id="rId3"/>
              </p:custDataLst>
            </p:nvPr>
          </p:nvSpPr>
          <p:spPr bwMode="auto">
            <a:xfrm>
              <a:off x="1122929" y="2045036"/>
              <a:ext cx="556517" cy="521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en-US" altLang="zh-CN" sz="2400" b="1" dirty="0">
                  <a:solidFill>
                    <a:srgbClr val="27506E"/>
                  </a:solidFill>
                  <a:latin typeface="Times New Roman" panose="02020603050405020304" pitchFamily="18" charset="0"/>
                  <a:ea typeface="思源黑体 CN Normal" panose="020B0400000000000000" charset="-122"/>
                  <a:cs typeface="Times New Roman" panose="02020603050405020304" pitchFamily="18" charset="0"/>
                </a:rPr>
                <a:t>01</a:t>
              </a:r>
              <a:endParaRPr lang="zh-CN" altLang="en-US" sz="2400" b="1" dirty="0">
                <a:solidFill>
                  <a:srgbClr val="27506E"/>
                </a:solidFill>
                <a:latin typeface="Times New Roman" panose="02020603050405020304" pitchFamily="18" charset="0"/>
                <a:ea typeface="思源黑体 CN Normal" panose="020B0400000000000000" charset="-122"/>
                <a:cs typeface="Times New Roman" panose="02020603050405020304" pitchFamily="18" charset="0"/>
              </a:endParaRPr>
            </a:p>
          </p:txBody>
        </p:sp>
      </p:grpSp>
      <p:sp>
        <p:nvSpPr>
          <p:cNvPr id="23" name="文本框 6"/>
          <p:cNvSpPr txBox="1">
            <a:spLocks noChangeArrowheads="1"/>
          </p:cNvSpPr>
          <p:nvPr>
            <p:custDataLst>
              <p:tags r:id="rId4"/>
            </p:custDataLst>
          </p:nvPr>
        </p:nvSpPr>
        <p:spPr bwMode="auto">
          <a:xfrm>
            <a:off x="1094049" y="1093668"/>
            <a:ext cx="1614170" cy="337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fontAlgn="base">
              <a:spcBef>
                <a:spcPct val="0"/>
              </a:spcBef>
              <a:spcAft>
                <a:spcPct val="0"/>
              </a:spcAft>
              <a:defRPr/>
            </a:pPr>
            <a:r>
              <a:rPr lang="zh-CN" altLang="en-US" sz="1600" b="1" dirty="0">
                <a:solidFill>
                  <a:srgbClr val="27506E"/>
                </a:solidFill>
                <a:latin typeface="宋体" panose="02010600030101010101" pitchFamily="2" charset="-122"/>
                <a:ea typeface="宋体" panose="02010600030101010101" pitchFamily="2" charset="-122"/>
              </a:rPr>
              <a:t>研究背景与</a:t>
            </a:r>
            <a:r>
              <a:rPr lang="zh-CN" altLang="en-US" sz="1600" b="1" dirty="0">
                <a:solidFill>
                  <a:srgbClr val="27506E"/>
                </a:solidFill>
                <a:latin typeface="宋体" panose="02010600030101010101" pitchFamily="2" charset="-122"/>
                <a:ea typeface="宋体" panose="02010600030101010101" pitchFamily="2" charset="-122"/>
              </a:rPr>
              <a:t>意义</a:t>
            </a:r>
            <a:endParaRPr lang="zh-CN" altLang="en-US" sz="1600" b="1" dirty="0">
              <a:solidFill>
                <a:srgbClr val="27506E"/>
              </a:solidFill>
              <a:latin typeface="宋体" panose="02010600030101010101" pitchFamily="2" charset="-122"/>
              <a:ea typeface="宋体" panose="02010600030101010101" pitchFamily="2" charset="-122"/>
            </a:endParaRPr>
          </a:p>
        </p:txBody>
      </p:sp>
      <p:grpSp>
        <p:nvGrpSpPr>
          <p:cNvPr id="33" name="组合 32"/>
          <p:cNvGrpSpPr/>
          <p:nvPr>
            <p:custDataLst>
              <p:tags r:id="rId5"/>
            </p:custDataLst>
          </p:nvPr>
        </p:nvGrpSpPr>
        <p:grpSpPr>
          <a:xfrm>
            <a:off x="212607" y="1803030"/>
            <a:ext cx="741221" cy="741221"/>
            <a:chOff x="4713657" y="1932023"/>
            <a:chExt cx="837665" cy="837665"/>
          </a:xfrm>
        </p:grpSpPr>
        <p:sp>
          <p:nvSpPr>
            <p:cNvPr id="26" name="椭圆 25"/>
            <p:cNvSpPr/>
            <p:nvPr>
              <p:custDataLst>
                <p:tags r:id="rId6"/>
              </p:custDataLst>
            </p:nvPr>
          </p:nvSpPr>
          <p:spPr>
            <a:xfrm>
              <a:off x="4713657" y="1932023"/>
              <a:ext cx="837665" cy="837665"/>
            </a:xfrm>
            <a:prstGeom prst="ellipse">
              <a:avLst/>
            </a:prstGeom>
            <a:gradFill>
              <a:gsLst>
                <a:gs pos="0">
                  <a:schemeClr val="bg1"/>
                </a:gs>
                <a:gs pos="35000">
                  <a:schemeClr val="bg1">
                    <a:lumMod val="95000"/>
                  </a:schemeClr>
                </a:gs>
                <a:gs pos="100000">
                  <a:schemeClr val="bg1">
                    <a:lumMod val="85000"/>
                  </a:schemeClr>
                </a:gs>
              </a:gsLst>
              <a:path path="circle">
                <a:fillToRect l="50000" t="50000" r="50000" b="50000"/>
              </a:path>
            </a:gradFill>
            <a:ln>
              <a:noFill/>
            </a:ln>
            <a:effectLst>
              <a:outerShdw blurRad="139700" dist="1016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ea typeface="思源黑体 CN Normal" panose="020B0400000000000000" charset="-122"/>
              </a:endParaRPr>
            </a:p>
          </p:txBody>
        </p:sp>
        <p:sp>
          <p:nvSpPr>
            <p:cNvPr id="27" name="文本框 5"/>
            <p:cNvSpPr txBox="1">
              <a:spLocks noChangeArrowheads="1"/>
            </p:cNvSpPr>
            <p:nvPr>
              <p:custDataLst>
                <p:tags r:id="rId7"/>
              </p:custDataLst>
            </p:nvPr>
          </p:nvSpPr>
          <p:spPr bwMode="auto">
            <a:xfrm>
              <a:off x="4863032" y="2073273"/>
              <a:ext cx="560140" cy="521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en-US" altLang="zh-CN" sz="2400" b="1" dirty="0">
                  <a:solidFill>
                    <a:srgbClr val="27506E"/>
                  </a:solidFill>
                  <a:latin typeface="Times New Roman" panose="02020603050405020304" pitchFamily="18" charset="0"/>
                  <a:ea typeface="黑体" panose="02010609060101010101" pitchFamily="49" charset="-122"/>
                  <a:cs typeface="Times New Roman" panose="02020603050405020304" pitchFamily="18" charset="0"/>
                </a:rPr>
                <a:t>02</a:t>
              </a:r>
              <a:endParaRPr lang="zh-CN" altLang="en-US" sz="2400" b="1" dirty="0">
                <a:solidFill>
                  <a:srgbClr val="27506E"/>
                </a:solidFill>
                <a:latin typeface="Times New Roman" panose="02020603050405020304" pitchFamily="18" charset="0"/>
                <a:ea typeface="黑体" panose="02010609060101010101" pitchFamily="49" charset="-122"/>
                <a:cs typeface="Times New Roman" panose="02020603050405020304" pitchFamily="18" charset="0"/>
              </a:endParaRPr>
            </a:p>
          </p:txBody>
        </p:sp>
      </p:grpSp>
      <p:sp>
        <p:nvSpPr>
          <p:cNvPr id="30" name="文本框 12"/>
          <p:cNvSpPr txBox="1">
            <a:spLocks noChangeArrowheads="1"/>
          </p:cNvSpPr>
          <p:nvPr>
            <p:custDataLst>
              <p:tags r:id="rId8"/>
            </p:custDataLst>
          </p:nvPr>
        </p:nvSpPr>
        <p:spPr bwMode="auto">
          <a:xfrm>
            <a:off x="1090238" y="2024197"/>
            <a:ext cx="1409700" cy="337185"/>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fontAlgn="base">
              <a:spcBef>
                <a:spcPct val="0"/>
              </a:spcBef>
              <a:spcAft>
                <a:spcPct val="0"/>
              </a:spcAft>
              <a:defRPr/>
            </a:pPr>
            <a:r>
              <a:rPr lang="zh-CN" altLang="en-US" sz="1600" b="1" dirty="0">
                <a:solidFill>
                  <a:srgbClr val="27506E"/>
                </a:solidFill>
                <a:latin typeface="宋体" panose="02010600030101010101" pitchFamily="2" charset="-122"/>
                <a:ea typeface="宋体" panose="02010600030101010101" pitchFamily="2" charset="-122"/>
              </a:rPr>
              <a:t>系统需求</a:t>
            </a:r>
            <a:r>
              <a:rPr lang="zh-CN" altLang="en-US" sz="1600" b="1" dirty="0">
                <a:solidFill>
                  <a:srgbClr val="27506E"/>
                </a:solidFill>
                <a:latin typeface="宋体" panose="02010600030101010101" pitchFamily="2" charset="-122"/>
                <a:ea typeface="宋体" panose="02010600030101010101" pitchFamily="2" charset="-122"/>
              </a:rPr>
              <a:t>分析</a:t>
            </a:r>
            <a:endParaRPr lang="zh-CN" altLang="en-US" sz="1600" b="1" dirty="0">
              <a:solidFill>
                <a:srgbClr val="27506E"/>
              </a:solidFill>
              <a:latin typeface="宋体" panose="02010600030101010101" pitchFamily="2" charset="-122"/>
              <a:ea typeface="宋体" panose="02010600030101010101" pitchFamily="2" charset="-122"/>
            </a:endParaRPr>
          </a:p>
        </p:txBody>
      </p:sp>
      <p:grpSp>
        <p:nvGrpSpPr>
          <p:cNvPr id="34" name="组合 33"/>
          <p:cNvGrpSpPr/>
          <p:nvPr>
            <p:custDataLst>
              <p:tags r:id="rId9"/>
            </p:custDataLst>
          </p:nvPr>
        </p:nvGrpSpPr>
        <p:grpSpPr>
          <a:xfrm>
            <a:off x="227847" y="2731983"/>
            <a:ext cx="741221" cy="741221"/>
            <a:chOff x="973554" y="1904522"/>
            <a:chExt cx="837665" cy="837665"/>
          </a:xfrm>
        </p:grpSpPr>
        <p:sp>
          <p:nvSpPr>
            <p:cNvPr id="35" name="椭圆 34"/>
            <p:cNvSpPr/>
            <p:nvPr>
              <p:custDataLst>
                <p:tags r:id="rId10"/>
              </p:custDataLst>
            </p:nvPr>
          </p:nvSpPr>
          <p:spPr>
            <a:xfrm>
              <a:off x="973554" y="1904522"/>
              <a:ext cx="837665" cy="837665"/>
            </a:xfrm>
            <a:prstGeom prst="ellipse">
              <a:avLst/>
            </a:prstGeom>
            <a:gradFill>
              <a:gsLst>
                <a:gs pos="0">
                  <a:schemeClr val="bg1"/>
                </a:gs>
                <a:gs pos="35000">
                  <a:schemeClr val="bg1">
                    <a:lumMod val="95000"/>
                  </a:schemeClr>
                </a:gs>
                <a:gs pos="100000">
                  <a:schemeClr val="bg1">
                    <a:lumMod val="85000"/>
                  </a:schemeClr>
                </a:gs>
              </a:gsLst>
              <a:path path="circle">
                <a:fillToRect l="50000" t="50000" r="50000" b="50000"/>
              </a:path>
            </a:gradFill>
            <a:ln>
              <a:noFill/>
            </a:ln>
            <a:effectLst>
              <a:outerShdw blurRad="139700" dist="1016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ea typeface="思源黑体 CN Normal" panose="020B0400000000000000" charset="-122"/>
              </a:endParaRPr>
            </a:p>
          </p:txBody>
        </p:sp>
        <p:sp>
          <p:nvSpPr>
            <p:cNvPr id="36" name="文本框 5"/>
            <p:cNvSpPr txBox="1">
              <a:spLocks noChangeArrowheads="1"/>
            </p:cNvSpPr>
            <p:nvPr>
              <p:custDataLst>
                <p:tags r:id="rId11"/>
              </p:custDataLst>
            </p:nvPr>
          </p:nvSpPr>
          <p:spPr bwMode="auto">
            <a:xfrm>
              <a:off x="1112315" y="2071677"/>
              <a:ext cx="560140" cy="521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en-US" altLang="zh-CN" sz="2400" b="1" dirty="0">
                  <a:solidFill>
                    <a:srgbClr val="27506E"/>
                  </a:solidFill>
                  <a:latin typeface="Times New Roman" panose="02020603050405020304" pitchFamily="18" charset="0"/>
                  <a:ea typeface="黑体" panose="02010609060101010101" pitchFamily="49" charset="-122"/>
                  <a:cs typeface="Times New Roman" panose="02020603050405020304" pitchFamily="18" charset="0"/>
                </a:rPr>
                <a:t>03</a:t>
              </a:r>
              <a:endParaRPr lang="zh-CN" altLang="en-US" sz="2400" b="1" dirty="0">
                <a:solidFill>
                  <a:srgbClr val="27506E"/>
                </a:solidFill>
                <a:latin typeface="Times New Roman" panose="02020603050405020304" pitchFamily="18" charset="0"/>
                <a:ea typeface="黑体" panose="02010609060101010101" pitchFamily="49" charset="-122"/>
                <a:cs typeface="Times New Roman" panose="02020603050405020304" pitchFamily="18" charset="0"/>
              </a:endParaRPr>
            </a:p>
          </p:txBody>
        </p:sp>
      </p:grpSp>
      <p:sp>
        <p:nvSpPr>
          <p:cNvPr id="40" name="文本框 14"/>
          <p:cNvSpPr txBox="1">
            <a:spLocks noChangeArrowheads="1"/>
          </p:cNvSpPr>
          <p:nvPr>
            <p:custDataLst>
              <p:tags r:id="rId12"/>
            </p:custDataLst>
          </p:nvPr>
        </p:nvSpPr>
        <p:spPr bwMode="auto">
          <a:xfrm>
            <a:off x="991225" y="2957363"/>
            <a:ext cx="1409700" cy="337185"/>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fontAlgn="base">
              <a:spcBef>
                <a:spcPct val="0"/>
              </a:spcBef>
              <a:spcAft>
                <a:spcPct val="0"/>
              </a:spcAft>
              <a:defRPr/>
            </a:pPr>
            <a:r>
              <a:rPr lang="zh-CN" altLang="en-US" sz="1600" b="1" dirty="0">
                <a:solidFill>
                  <a:srgbClr val="27506E"/>
                </a:solidFill>
                <a:latin typeface="宋体" panose="02010600030101010101" pitchFamily="2" charset="-122"/>
                <a:ea typeface="宋体" panose="02010600030101010101" pitchFamily="2" charset="-122"/>
              </a:rPr>
              <a:t>系统技术</a:t>
            </a:r>
            <a:r>
              <a:rPr lang="zh-CN" altLang="en-US" sz="1600" b="1" dirty="0">
                <a:solidFill>
                  <a:srgbClr val="27506E"/>
                </a:solidFill>
                <a:latin typeface="宋体" panose="02010600030101010101" pitchFamily="2" charset="-122"/>
                <a:ea typeface="宋体" panose="02010600030101010101" pitchFamily="2" charset="-122"/>
              </a:rPr>
              <a:t>架构</a:t>
            </a:r>
            <a:endParaRPr lang="zh-CN" altLang="en-US" sz="1600" b="1" dirty="0">
              <a:solidFill>
                <a:srgbClr val="27506E"/>
              </a:solidFill>
              <a:latin typeface="宋体" panose="02010600030101010101" pitchFamily="2" charset="-122"/>
              <a:ea typeface="宋体" panose="02010600030101010101" pitchFamily="2" charset="-122"/>
            </a:endParaRPr>
          </a:p>
        </p:txBody>
      </p:sp>
      <p:sp>
        <p:nvSpPr>
          <p:cNvPr id="15" name="文本框 5"/>
          <p:cNvSpPr txBox="1">
            <a:spLocks noChangeArrowheads="1"/>
          </p:cNvSpPr>
          <p:nvPr/>
        </p:nvSpPr>
        <p:spPr bwMode="auto">
          <a:xfrm>
            <a:off x="217057" y="169855"/>
            <a:ext cx="121539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zh-CN" altLang="en-US" sz="3200" b="1" dirty="0">
                <a:solidFill>
                  <a:srgbClr val="27506E"/>
                </a:solidFill>
                <a:latin typeface="宋体" panose="02010600030101010101" pitchFamily="2" charset="-122"/>
                <a:ea typeface="宋体" panose="02010600030101010101" pitchFamily="2" charset="-122"/>
              </a:rPr>
              <a:t>目 录</a:t>
            </a:r>
            <a:endParaRPr lang="zh-CN" altLang="en-US" sz="3200" b="1" dirty="0">
              <a:solidFill>
                <a:srgbClr val="27506E"/>
              </a:solidFill>
              <a:latin typeface="宋体" panose="02010600030101010101" pitchFamily="2" charset="-122"/>
              <a:ea typeface="宋体" panose="02010600030101010101" pitchFamily="2" charset="-122"/>
            </a:endParaRPr>
          </a:p>
        </p:txBody>
      </p:sp>
      <p:sp>
        <p:nvSpPr>
          <p:cNvPr id="16" name="文本框 5"/>
          <p:cNvSpPr txBox="1">
            <a:spLocks noChangeArrowheads="1"/>
          </p:cNvSpPr>
          <p:nvPr/>
        </p:nvSpPr>
        <p:spPr bwMode="auto">
          <a:xfrm>
            <a:off x="3394075" y="3947795"/>
            <a:ext cx="235521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en-US" altLang="zh-CN" sz="1400" b="1">
                <a:solidFill>
                  <a:srgbClr val="27506E"/>
                </a:solidFill>
                <a:latin typeface="Times New Roman" panose="02020603050405020304" pitchFamily="18" charset="0"/>
                <a:ea typeface="黑体" panose="02010609060101010101" pitchFamily="49" charset="-122"/>
                <a:cs typeface="Times New Roman" panose="02020603050405020304" pitchFamily="18" charset="0"/>
              </a:rPr>
              <a:t>CONTENTS</a:t>
            </a:r>
            <a:endParaRPr lang="zh-CN" altLang="en-US" sz="1400" b="1">
              <a:solidFill>
                <a:srgbClr val="27506E"/>
              </a:solidFill>
              <a:latin typeface="Times New Roman" panose="02020603050405020304" pitchFamily="18" charset="0"/>
              <a:ea typeface="黑体" panose="02010609060101010101" pitchFamily="49" charset="-122"/>
              <a:cs typeface="Times New Roman" panose="02020603050405020304" pitchFamily="18" charset="0"/>
            </a:endParaRPr>
          </a:p>
        </p:txBody>
      </p:sp>
      <p:cxnSp>
        <p:nvCxnSpPr>
          <p:cNvPr id="17" name="直接连接符 16"/>
          <p:cNvCxnSpPr/>
          <p:nvPr/>
        </p:nvCxnSpPr>
        <p:spPr>
          <a:xfrm>
            <a:off x="605239" y="754314"/>
            <a:ext cx="439032"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2" name="图片 1"/>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8290290" y="64896"/>
            <a:ext cx="790862" cy="798578"/>
          </a:xfrm>
          <a:prstGeom prst="rect">
            <a:avLst/>
          </a:prstGeom>
        </p:spPr>
      </p:pic>
      <p:grpSp>
        <p:nvGrpSpPr>
          <p:cNvPr id="3" name="组合 2"/>
          <p:cNvGrpSpPr/>
          <p:nvPr>
            <p:custDataLst>
              <p:tags r:id="rId14"/>
            </p:custDataLst>
          </p:nvPr>
        </p:nvGrpSpPr>
        <p:grpSpPr>
          <a:xfrm>
            <a:off x="3069472" y="858733"/>
            <a:ext cx="741221" cy="741221"/>
            <a:chOff x="1047469" y="1922463"/>
            <a:chExt cx="837665" cy="837665"/>
          </a:xfrm>
        </p:grpSpPr>
        <p:sp>
          <p:nvSpPr>
            <p:cNvPr id="4" name="椭圆 3"/>
            <p:cNvSpPr/>
            <p:nvPr>
              <p:custDataLst>
                <p:tags r:id="rId15"/>
              </p:custDataLst>
            </p:nvPr>
          </p:nvSpPr>
          <p:spPr>
            <a:xfrm>
              <a:off x="1047469" y="1922463"/>
              <a:ext cx="837665" cy="837665"/>
            </a:xfrm>
            <a:prstGeom prst="ellipse">
              <a:avLst/>
            </a:prstGeom>
            <a:gradFill>
              <a:gsLst>
                <a:gs pos="0">
                  <a:schemeClr val="bg1"/>
                </a:gs>
                <a:gs pos="35000">
                  <a:schemeClr val="bg1">
                    <a:lumMod val="95000"/>
                  </a:schemeClr>
                </a:gs>
                <a:gs pos="100000">
                  <a:schemeClr val="bg1">
                    <a:lumMod val="85000"/>
                  </a:schemeClr>
                </a:gs>
              </a:gsLst>
              <a:path path="circle">
                <a:fillToRect l="50000" t="50000" r="50000" b="50000"/>
              </a:path>
            </a:gradFill>
            <a:ln>
              <a:noFill/>
            </a:ln>
            <a:effectLst>
              <a:outerShdw blurRad="139700" dist="1016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ea typeface="思源黑体 CN Normal" panose="020B0400000000000000" charset="-122"/>
              </a:endParaRPr>
            </a:p>
          </p:txBody>
        </p:sp>
        <p:sp>
          <p:nvSpPr>
            <p:cNvPr id="5" name="文本框 5"/>
            <p:cNvSpPr txBox="1">
              <a:spLocks noChangeArrowheads="1"/>
            </p:cNvSpPr>
            <p:nvPr>
              <p:custDataLst>
                <p:tags r:id="rId16"/>
              </p:custDataLst>
            </p:nvPr>
          </p:nvSpPr>
          <p:spPr bwMode="auto">
            <a:xfrm>
              <a:off x="1190733" y="2071677"/>
              <a:ext cx="551135" cy="520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en-US" altLang="zh-CN" sz="2400" b="1" dirty="0">
                  <a:solidFill>
                    <a:srgbClr val="27506E"/>
                  </a:solidFill>
                  <a:latin typeface="Times New Roman" panose="02020603050405020304" pitchFamily="18" charset="0"/>
                  <a:ea typeface="黑体" panose="02010609060101010101" pitchFamily="49" charset="-122"/>
                  <a:cs typeface="Times New Roman" panose="02020603050405020304" pitchFamily="18" charset="0"/>
                </a:rPr>
                <a:t>04</a:t>
              </a:r>
              <a:endParaRPr lang="zh-CN" altLang="en-US" sz="2400" b="1" dirty="0">
                <a:solidFill>
                  <a:srgbClr val="27506E"/>
                </a:solidFill>
                <a:latin typeface="Times New Roman" panose="02020603050405020304" pitchFamily="18" charset="0"/>
                <a:ea typeface="黑体" panose="02010609060101010101" pitchFamily="49" charset="-122"/>
                <a:cs typeface="Times New Roman" panose="02020603050405020304" pitchFamily="18" charset="0"/>
              </a:endParaRPr>
            </a:p>
          </p:txBody>
        </p:sp>
      </p:grpSp>
      <p:sp>
        <p:nvSpPr>
          <p:cNvPr id="6" name="文本框 14"/>
          <p:cNvSpPr txBox="1">
            <a:spLocks noChangeArrowheads="1"/>
          </p:cNvSpPr>
          <p:nvPr>
            <p:custDataLst>
              <p:tags r:id="rId17"/>
            </p:custDataLst>
          </p:nvPr>
        </p:nvSpPr>
        <p:spPr bwMode="auto">
          <a:xfrm>
            <a:off x="3850630" y="1025693"/>
            <a:ext cx="2432050" cy="337185"/>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fontAlgn="base">
              <a:spcBef>
                <a:spcPct val="0"/>
              </a:spcBef>
              <a:spcAft>
                <a:spcPct val="0"/>
              </a:spcAft>
              <a:defRPr/>
            </a:pPr>
            <a:r>
              <a:rPr lang="zh-CN" altLang="en-US" sz="1600" b="1" dirty="0">
                <a:solidFill>
                  <a:srgbClr val="27506E"/>
                </a:solidFill>
                <a:latin typeface="宋体" panose="02010600030101010101" pitchFamily="2" charset="-122"/>
                <a:ea typeface="宋体" panose="02010600030101010101" pitchFamily="2" charset="-122"/>
              </a:rPr>
              <a:t>系统功能模块设计与</a:t>
            </a:r>
            <a:r>
              <a:rPr lang="zh-CN" altLang="en-US" sz="1600" b="1" dirty="0">
                <a:solidFill>
                  <a:srgbClr val="27506E"/>
                </a:solidFill>
                <a:latin typeface="宋体" panose="02010600030101010101" pitchFamily="2" charset="-122"/>
                <a:ea typeface="宋体" panose="02010600030101010101" pitchFamily="2" charset="-122"/>
              </a:rPr>
              <a:t>实现</a:t>
            </a:r>
            <a:endParaRPr lang="zh-CN" altLang="en-US" sz="1600" b="1" dirty="0">
              <a:solidFill>
                <a:srgbClr val="27506E"/>
              </a:solidFill>
              <a:latin typeface="宋体" panose="02010600030101010101" pitchFamily="2" charset="-122"/>
              <a:ea typeface="宋体" panose="02010600030101010101" pitchFamily="2" charset="-122"/>
            </a:endParaRPr>
          </a:p>
        </p:txBody>
      </p:sp>
      <p:grpSp>
        <p:nvGrpSpPr>
          <p:cNvPr id="7" name="组合 6"/>
          <p:cNvGrpSpPr/>
          <p:nvPr>
            <p:custDataLst>
              <p:tags r:id="rId18"/>
            </p:custDataLst>
          </p:nvPr>
        </p:nvGrpSpPr>
        <p:grpSpPr>
          <a:xfrm>
            <a:off x="3069472" y="1779483"/>
            <a:ext cx="741221" cy="741221"/>
            <a:chOff x="973554" y="1904522"/>
            <a:chExt cx="837665" cy="837665"/>
          </a:xfrm>
        </p:grpSpPr>
        <p:sp>
          <p:nvSpPr>
            <p:cNvPr id="8" name="椭圆 7"/>
            <p:cNvSpPr/>
            <p:nvPr>
              <p:custDataLst>
                <p:tags r:id="rId19"/>
              </p:custDataLst>
            </p:nvPr>
          </p:nvSpPr>
          <p:spPr>
            <a:xfrm>
              <a:off x="973554" y="1904522"/>
              <a:ext cx="837665" cy="837665"/>
            </a:xfrm>
            <a:prstGeom prst="ellipse">
              <a:avLst/>
            </a:prstGeom>
            <a:gradFill>
              <a:gsLst>
                <a:gs pos="0">
                  <a:schemeClr val="bg1"/>
                </a:gs>
                <a:gs pos="35000">
                  <a:schemeClr val="bg1">
                    <a:lumMod val="95000"/>
                  </a:schemeClr>
                </a:gs>
                <a:gs pos="100000">
                  <a:schemeClr val="bg1">
                    <a:lumMod val="85000"/>
                  </a:schemeClr>
                </a:gs>
              </a:gsLst>
              <a:path path="circle">
                <a:fillToRect l="50000" t="50000" r="50000" b="50000"/>
              </a:path>
            </a:gradFill>
            <a:ln>
              <a:noFill/>
            </a:ln>
            <a:effectLst>
              <a:outerShdw blurRad="139700" dist="1016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ea typeface="思源黑体 CN Normal" panose="020B0400000000000000" charset="-122"/>
              </a:endParaRPr>
            </a:p>
          </p:txBody>
        </p:sp>
        <p:sp>
          <p:nvSpPr>
            <p:cNvPr id="9" name="文本框 5"/>
            <p:cNvSpPr txBox="1">
              <a:spLocks noChangeArrowheads="1"/>
            </p:cNvSpPr>
            <p:nvPr>
              <p:custDataLst>
                <p:tags r:id="rId20"/>
              </p:custDataLst>
            </p:nvPr>
          </p:nvSpPr>
          <p:spPr bwMode="auto">
            <a:xfrm>
              <a:off x="1116818" y="2071677"/>
              <a:ext cx="551135" cy="520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en-US" altLang="zh-CN" sz="2400" b="1" dirty="0">
                  <a:solidFill>
                    <a:srgbClr val="27506E"/>
                  </a:solidFill>
                  <a:latin typeface="Times New Roman" panose="02020603050405020304" pitchFamily="18" charset="0"/>
                  <a:ea typeface="黑体" panose="02010609060101010101" pitchFamily="49" charset="-122"/>
                  <a:cs typeface="Times New Roman" panose="02020603050405020304" pitchFamily="18" charset="0"/>
                </a:rPr>
                <a:t>05</a:t>
              </a:r>
              <a:endParaRPr lang="zh-CN" altLang="en-US" sz="2400" b="1" dirty="0">
                <a:solidFill>
                  <a:srgbClr val="27506E"/>
                </a:solidFill>
                <a:latin typeface="Times New Roman" panose="02020603050405020304" pitchFamily="18" charset="0"/>
                <a:ea typeface="黑体" panose="02010609060101010101" pitchFamily="49" charset="-122"/>
                <a:cs typeface="Times New Roman" panose="02020603050405020304" pitchFamily="18" charset="0"/>
              </a:endParaRPr>
            </a:p>
          </p:txBody>
        </p:sp>
      </p:grpSp>
      <p:sp>
        <p:nvSpPr>
          <p:cNvPr id="10" name="文本框 14"/>
          <p:cNvSpPr txBox="1">
            <a:spLocks noChangeArrowheads="1"/>
          </p:cNvSpPr>
          <p:nvPr>
            <p:custDataLst>
              <p:tags r:id="rId21"/>
            </p:custDataLst>
          </p:nvPr>
        </p:nvSpPr>
        <p:spPr bwMode="auto">
          <a:xfrm>
            <a:off x="3850630" y="1978193"/>
            <a:ext cx="2432050" cy="337185"/>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fontAlgn="base">
              <a:spcBef>
                <a:spcPct val="0"/>
              </a:spcBef>
              <a:spcAft>
                <a:spcPct val="0"/>
              </a:spcAft>
              <a:defRPr/>
            </a:pPr>
            <a:r>
              <a:rPr lang="zh-CN" altLang="en-US" sz="1600" b="1" dirty="0">
                <a:solidFill>
                  <a:srgbClr val="27506E"/>
                </a:solidFill>
                <a:latin typeface="宋体" panose="02010600030101010101" pitchFamily="2" charset="-122"/>
                <a:ea typeface="宋体" panose="02010600030101010101" pitchFamily="2" charset="-122"/>
              </a:rPr>
              <a:t>智能服务模块设计与</a:t>
            </a:r>
            <a:r>
              <a:rPr lang="zh-CN" altLang="en-US" sz="1600" b="1" dirty="0">
                <a:solidFill>
                  <a:srgbClr val="27506E"/>
                </a:solidFill>
                <a:latin typeface="宋体" panose="02010600030101010101" pitchFamily="2" charset="-122"/>
                <a:ea typeface="宋体" panose="02010600030101010101" pitchFamily="2" charset="-122"/>
              </a:rPr>
              <a:t>实现</a:t>
            </a:r>
            <a:endParaRPr lang="zh-CN" altLang="en-US" sz="1600" b="1" dirty="0">
              <a:solidFill>
                <a:srgbClr val="27506E"/>
              </a:solidFill>
              <a:latin typeface="宋体" panose="02010600030101010101" pitchFamily="2" charset="-122"/>
              <a:ea typeface="宋体" panose="02010600030101010101" pitchFamily="2" charset="-122"/>
            </a:endParaRPr>
          </a:p>
        </p:txBody>
      </p:sp>
      <p:grpSp>
        <p:nvGrpSpPr>
          <p:cNvPr id="11" name="组合 10"/>
          <p:cNvGrpSpPr/>
          <p:nvPr>
            <p:custDataLst>
              <p:tags r:id="rId22"/>
            </p:custDataLst>
          </p:nvPr>
        </p:nvGrpSpPr>
        <p:grpSpPr>
          <a:xfrm>
            <a:off x="3069472" y="2739603"/>
            <a:ext cx="741221" cy="741221"/>
            <a:chOff x="973554" y="1904522"/>
            <a:chExt cx="837665" cy="837665"/>
          </a:xfrm>
        </p:grpSpPr>
        <p:sp>
          <p:nvSpPr>
            <p:cNvPr id="12" name="椭圆 11"/>
            <p:cNvSpPr/>
            <p:nvPr>
              <p:custDataLst>
                <p:tags r:id="rId23"/>
              </p:custDataLst>
            </p:nvPr>
          </p:nvSpPr>
          <p:spPr>
            <a:xfrm>
              <a:off x="973554" y="1904522"/>
              <a:ext cx="837665" cy="837665"/>
            </a:xfrm>
            <a:prstGeom prst="ellipse">
              <a:avLst/>
            </a:prstGeom>
            <a:gradFill>
              <a:gsLst>
                <a:gs pos="0">
                  <a:schemeClr val="bg1"/>
                </a:gs>
                <a:gs pos="35000">
                  <a:schemeClr val="bg1">
                    <a:lumMod val="95000"/>
                  </a:schemeClr>
                </a:gs>
                <a:gs pos="100000">
                  <a:schemeClr val="bg1">
                    <a:lumMod val="85000"/>
                  </a:schemeClr>
                </a:gs>
              </a:gsLst>
              <a:path path="circle">
                <a:fillToRect l="50000" t="50000" r="50000" b="50000"/>
              </a:path>
            </a:gradFill>
            <a:ln>
              <a:noFill/>
            </a:ln>
            <a:effectLst>
              <a:outerShdw blurRad="139700" dist="1016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ea typeface="思源黑体 CN Normal" panose="020B0400000000000000" charset="-122"/>
              </a:endParaRPr>
            </a:p>
          </p:txBody>
        </p:sp>
        <p:sp>
          <p:nvSpPr>
            <p:cNvPr id="13" name="文本框 5"/>
            <p:cNvSpPr txBox="1">
              <a:spLocks noChangeArrowheads="1"/>
            </p:cNvSpPr>
            <p:nvPr>
              <p:custDataLst>
                <p:tags r:id="rId24"/>
              </p:custDataLst>
            </p:nvPr>
          </p:nvSpPr>
          <p:spPr bwMode="auto">
            <a:xfrm>
              <a:off x="1116818" y="2071677"/>
              <a:ext cx="551135" cy="520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en-US" altLang="zh-CN" sz="2400" b="1" dirty="0">
                  <a:solidFill>
                    <a:srgbClr val="27506E"/>
                  </a:solidFill>
                  <a:latin typeface="Times New Roman" panose="02020603050405020304" pitchFamily="18" charset="0"/>
                  <a:ea typeface="黑体" panose="02010609060101010101" pitchFamily="49" charset="-122"/>
                  <a:cs typeface="Times New Roman" panose="02020603050405020304" pitchFamily="18" charset="0"/>
                </a:rPr>
                <a:t>06</a:t>
              </a:r>
              <a:endParaRPr lang="zh-CN" altLang="en-US" sz="2400" b="1" dirty="0">
                <a:solidFill>
                  <a:srgbClr val="27506E"/>
                </a:solidFill>
                <a:latin typeface="Times New Roman" panose="02020603050405020304" pitchFamily="18" charset="0"/>
                <a:ea typeface="黑体" panose="02010609060101010101" pitchFamily="49" charset="-122"/>
                <a:cs typeface="Times New Roman" panose="02020603050405020304" pitchFamily="18" charset="0"/>
              </a:endParaRPr>
            </a:p>
          </p:txBody>
        </p:sp>
      </p:grpSp>
      <p:sp>
        <p:nvSpPr>
          <p:cNvPr id="14" name="文本框 14"/>
          <p:cNvSpPr txBox="1">
            <a:spLocks noChangeArrowheads="1"/>
          </p:cNvSpPr>
          <p:nvPr>
            <p:custDataLst>
              <p:tags r:id="rId25"/>
            </p:custDataLst>
          </p:nvPr>
        </p:nvSpPr>
        <p:spPr bwMode="auto">
          <a:xfrm>
            <a:off x="3867140" y="2957363"/>
            <a:ext cx="1000760" cy="337185"/>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fontAlgn="base">
              <a:spcBef>
                <a:spcPct val="0"/>
              </a:spcBef>
              <a:spcAft>
                <a:spcPct val="0"/>
              </a:spcAft>
              <a:defRPr/>
            </a:pPr>
            <a:r>
              <a:rPr lang="zh-CN" altLang="en-US" sz="1600" b="1" dirty="0">
                <a:solidFill>
                  <a:srgbClr val="27506E"/>
                </a:solidFill>
                <a:latin typeface="宋体" panose="02010600030101010101" pitchFamily="2" charset="-122"/>
                <a:ea typeface="宋体" panose="02010600030101010101" pitchFamily="2" charset="-122"/>
              </a:rPr>
              <a:t>系统</a:t>
            </a:r>
            <a:r>
              <a:rPr lang="zh-CN" altLang="en-US" sz="1600" b="1" dirty="0">
                <a:solidFill>
                  <a:srgbClr val="27506E"/>
                </a:solidFill>
                <a:latin typeface="宋体" panose="02010600030101010101" pitchFamily="2" charset="-122"/>
                <a:ea typeface="宋体" panose="02010600030101010101" pitchFamily="2" charset="-122"/>
              </a:rPr>
              <a:t>测试</a:t>
            </a:r>
            <a:endParaRPr lang="zh-CN" altLang="en-US" sz="1600" b="1" dirty="0">
              <a:solidFill>
                <a:srgbClr val="27506E"/>
              </a:solidFill>
              <a:latin typeface="宋体" panose="02010600030101010101" pitchFamily="2" charset="-122"/>
              <a:ea typeface="宋体" panose="02010600030101010101" pitchFamily="2" charset="-122"/>
            </a:endParaRPr>
          </a:p>
        </p:txBody>
      </p:sp>
      <p:grpSp>
        <p:nvGrpSpPr>
          <p:cNvPr id="18" name="组合 17"/>
          <p:cNvGrpSpPr/>
          <p:nvPr>
            <p:custDataLst>
              <p:tags r:id="rId26"/>
            </p:custDataLst>
          </p:nvPr>
        </p:nvGrpSpPr>
        <p:grpSpPr>
          <a:xfrm>
            <a:off x="6436877" y="821268"/>
            <a:ext cx="741221" cy="741221"/>
            <a:chOff x="973554" y="1904522"/>
            <a:chExt cx="837665" cy="837665"/>
          </a:xfrm>
        </p:grpSpPr>
        <p:sp>
          <p:nvSpPr>
            <p:cNvPr id="19" name="椭圆 18"/>
            <p:cNvSpPr/>
            <p:nvPr>
              <p:custDataLst>
                <p:tags r:id="rId27"/>
              </p:custDataLst>
            </p:nvPr>
          </p:nvSpPr>
          <p:spPr>
            <a:xfrm>
              <a:off x="973554" y="1904522"/>
              <a:ext cx="837665" cy="837665"/>
            </a:xfrm>
            <a:prstGeom prst="ellipse">
              <a:avLst/>
            </a:prstGeom>
            <a:gradFill>
              <a:gsLst>
                <a:gs pos="0">
                  <a:schemeClr val="bg1"/>
                </a:gs>
                <a:gs pos="35000">
                  <a:schemeClr val="bg1">
                    <a:lumMod val="95000"/>
                  </a:schemeClr>
                </a:gs>
                <a:gs pos="100000">
                  <a:schemeClr val="bg1">
                    <a:lumMod val="85000"/>
                  </a:schemeClr>
                </a:gs>
              </a:gsLst>
              <a:path path="circle">
                <a:fillToRect l="50000" t="50000" r="50000" b="50000"/>
              </a:path>
            </a:gradFill>
            <a:ln>
              <a:noFill/>
            </a:ln>
            <a:effectLst>
              <a:outerShdw blurRad="139700" dist="1016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ea typeface="思源黑体 CN Normal" panose="020B0400000000000000" charset="-122"/>
              </a:endParaRPr>
            </a:p>
          </p:txBody>
        </p:sp>
        <p:sp>
          <p:nvSpPr>
            <p:cNvPr id="20" name="文本框 5"/>
            <p:cNvSpPr txBox="1">
              <a:spLocks noChangeArrowheads="1"/>
            </p:cNvSpPr>
            <p:nvPr>
              <p:custDataLst>
                <p:tags r:id="rId28"/>
              </p:custDataLst>
            </p:nvPr>
          </p:nvSpPr>
          <p:spPr bwMode="auto">
            <a:xfrm>
              <a:off x="1116818" y="2071677"/>
              <a:ext cx="551135" cy="520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en-US" altLang="zh-CN" sz="2400" b="1" dirty="0">
                  <a:solidFill>
                    <a:srgbClr val="27506E"/>
                  </a:solidFill>
                  <a:latin typeface="Times New Roman" panose="02020603050405020304" pitchFamily="18" charset="0"/>
                  <a:ea typeface="黑体" panose="02010609060101010101" pitchFamily="49" charset="-122"/>
                  <a:cs typeface="Times New Roman" panose="02020603050405020304" pitchFamily="18" charset="0"/>
                </a:rPr>
                <a:t>07</a:t>
              </a:r>
              <a:endParaRPr lang="zh-CN" altLang="en-US" sz="2400" b="1" dirty="0">
                <a:solidFill>
                  <a:srgbClr val="27506E"/>
                </a:solidFill>
                <a:latin typeface="Times New Roman" panose="02020603050405020304" pitchFamily="18" charset="0"/>
                <a:ea typeface="黑体" panose="02010609060101010101" pitchFamily="49" charset="-122"/>
                <a:cs typeface="Times New Roman" panose="02020603050405020304" pitchFamily="18" charset="0"/>
              </a:endParaRPr>
            </a:p>
          </p:txBody>
        </p:sp>
      </p:grpSp>
      <p:sp>
        <p:nvSpPr>
          <p:cNvPr id="24" name="文本框 14"/>
          <p:cNvSpPr txBox="1">
            <a:spLocks noChangeArrowheads="1"/>
          </p:cNvSpPr>
          <p:nvPr>
            <p:custDataLst>
              <p:tags r:id="rId29"/>
            </p:custDataLst>
          </p:nvPr>
        </p:nvSpPr>
        <p:spPr bwMode="auto">
          <a:xfrm>
            <a:off x="7234545" y="1039028"/>
            <a:ext cx="1205230" cy="337185"/>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fontAlgn="base">
              <a:spcBef>
                <a:spcPct val="0"/>
              </a:spcBef>
              <a:spcAft>
                <a:spcPct val="0"/>
              </a:spcAft>
              <a:defRPr/>
            </a:pPr>
            <a:r>
              <a:rPr lang="zh-CN" altLang="en-US" sz="1600" b="1" dirty="0">
                <a:solidFill>
                  <a:srgbClr val="27506E"/>
                </a:solidFill>
                <a:latin typeface="宋体" panose="02010600030101010101" pitchFamily="2" charset="-122"/>
                <a:ea typeface="宋体" panose="02010600030101010101" pitchFamily="2" charset="-122"/>
              </a:rPr>
              <a:t>总结与</a:t>
            </a:r>
            <a:r>
              <a:rPr lang="zh-CN" altLang="en-US" sz="1600" b="1" dirty="0">
                <a:solidFill>
                  <a:srgbClr val="27506E"/>
                </a:solidFill>
                <a:latin typeface="宋体" panose="02010600030101010101" pitchFamily="2" charset="-122"/>
                <a:ea typeface="宋体" panose="02010600030101010101" pitchFamily="2" charset="-122"/>
              </a:rPr>
              <a:t>展望</a:t>
            </a:r>
            <a:endParaRPr lang="zh-CN" altLang="en-US" sz="1600" b="1" dirty="0">
              <a:solidFill>
                <a:srgbClr val="27506E"/>
              </a:solidFill>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1500"/>
    </mc:Choice>
    <mc:Fallback>
      <p:transition spd="slow"/>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框 5"/>
          <p:cNvSpPr txBox="1">
            <a:spLocks noChangeArrowheads="1"/>
          </p:cNvSpPr>
          <p:nvPr/>
        </p:nvSpPr>
        <p:spPr bwMode="auto">
          <a:xfrm>
            <a:off x="3353691" y="2236759"/>
            <a:ext cx="232537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zh-CN" altLang="en-US" sz="2400" b="1" dirty="0">
                <a:solidFill>
                  <a:srgbClr val="27506E"/>
                </a:solidFill>
                <a:latin typeface="宋体" panose="02010600030101010101" pitchFamily="2" charset="-122"/>
                <a:ea typeface="宋体" panose="02010600030101010101" pitchFamily="2" charset="-122"/>
              </a:rPr>
              <a:t>研究背景与</a:t>
            </a:r>
            <a:r>
              <a:rPr lang="zh-CN" altLang="en-US" sz="2400" b="1" dirty="0">
                <a:solidFill>
                  <a:srgbClr val="27506E"/>
                </a:solidFill>
                <a:latin typeface="宋体" panose="02010600030101010101" pitchFamily="2" charset="-122"/>
                <a:ea typeface="宋体" panose="02010600030101010101" pitchFamily="2" charset="-122"/>
              </a:rPr>
              <a:t>意义</a:t>
            </a:r>
            <a:endParaRPr lang="zh-CN" altLang="en-US" sz="2400" b="1" dirty="0">
              <a:solidFill>
                <a:srgbClr val="27506E"/>
              </a:solidFill>
              <a:latin typeface="宋体" panose="02010600030101010101" pitchFamily="2" charset="-122"/>
              <a:ea typeface="宋体" panose="02010600030101010101" pitchFamily="2" charset="-122"/>
            </a:endParaRPr>
          </a:p>
        </p:txBody>
      </p:sp>
      <p:sp>
        <p:nvSpPr>
          <p:cNvPr id="16" name="AutoShape 59"/>
          <p:cNvSpPr/>
          <p:nvPr/>
        </p:nvSpPr>
        <p:spPr bwMode="auto">
          <a:xfrm>
            <a:off x="4094398" y="1390830"/>
            <a:ext cx="732952" cy="729725"/>
          </a:xfrm>
          <a:custGeom>
            <a:avLst/>
            <a:gdLst>
              <a:gd name="T0" fmla="+- 0 10794 23"/>
              <a:gd name="T1" fmla="*/ T0 w 21543"/>
              <a:gd name="T2" fmla="*/ 10800 h 21600"/>
              <a:gd name="T3" fmla="+- 0 10794 23"/>
              <a:gd name="T4" fmla="*/ T3 w 21543"/>
              <a:gd name="T5" fmla="*/ 10800 h 21600"/>
              <a:gd name="T6" fmla="+- 0 10794 23"/>
              <a:gd name="T7" fmla="*/ T6 w 21543"/>
              <a:gd name="T8" fmla="*/ 10800 h 21600"/>
              <a:gd name="T9" fmla="+- 0 10794 23"/>
              <a:gd name="T10" fmla="*/ T9 w 21543"/>
              <a:gd name="T11" fmla="*/ 10800 h 21600"/>
            </a:gdLst>
            <a:ahLst/>
            <a:cxnLst>
              <a:cxn ang="0">
                <a:pos x="T1" y="T2"/>
              </a:cxn>
              <a:cxn ang="0">
                <a:pos x="T4" y="T5"/>
              </a:cxn>
              <a:cxn ang="0">
                <a:pos x="T7" y="T8"/>
              </a:cxn>
              <a:cxn ang="0">
                <a:pos x="T10" y="T11"/>
              </a:cxn>
            </a:cxnLst>
            <a:rect l="0" t="0" r="r" b="b"/>
            <a:pathLst>
              <a:path w="21543" h="21600">
                <a:moveTo>
                  <a:pt x="16976" y="19986"/>
                </a:moveTo>
                <a:lnTo>
                  <a:pt x="11226" y="17680"/>
                </a:lnTo>
                <a:cubicBezTo>
                  <a:pt x="11088" y="17626"/>
                  <a:pt x="10946" y="17608"/>
                  <a:pt x="10806" y="17600"/>
                </a:cubicBezTo>
                <a:lnTo>
                  <a:pt x="19660" y="3837"/>
                </a:lnTo>
                <a:cubicBezTo>
                  <a:pt x="19660" y="3837"/>
                  <a:pt x="16976" y="19986"/>
                  <a:pt x="16976" y="19986"/>
                </a:cubicBezTo>
                <a:close/>
                <a:moveTo>
                  <a:pt x="6859" y="16244"/>
                </a:moveTo>
                <a:cubicBezTo>
                  <a:pt x="6858" y="16242"/>
                  <a:pt x="6855" y="16240"/>
                  <a:pt x="6854" y="16238"/>
                </a:cubicBezTo>
                <a:lnTo>
                  <a:pt x="19606" y="2552"/>
                </a:lnTo>
                <a:lnTo>
                  <a:pt x="8735" y="19536"/>
                </a:lnTo>
                <a:cubicBezTo>
                  <a:pt x="8735" y="19536"/>
                  <a:pt x="6859" y="16244"/>
                  <a:pt x="6859" y="16244"/>
                </a:cubicBezTo>
                <a:close/>
                <a:moveTo>
                  <a:pt x="2111" y="14024"/>
                </a:moveTo>
                <a:lnTo>
                  <a:pt x="17712" y="3595"/>
                </a:lnTo>
                <a:lnTo>
                  <a:pt x="6369" y="15770"/>
                </a:lnTo>
                <a:cubicBezTo>
                  <a:pt x="6309" y="15734"/>
                  <a:pt x="6256" y="15687"/>
                  <a:pt x="6190" y="15660"/>
                </a:cubicBezTo>
                <a:cubicBezTo>
                  <a:pt x="6190" y="15660"/>
                  <a:pt x="2111" y="14024"/>
                  <a:pt x="2111" y="14024"/>
                </a:cubicBezTo>
                <a:close/>
                <a:moveTo>
                  <a:pt x="21234" y="108"/>
                </a:moveTo>
                <a:cubicBezTo>
                  <a:pt x="21123" y="35"/>
                  <a:pt x="20996" y="0"/>
                  <a:pt x="20868" y="0"/>
                </a:cubicBezTo>
                <a:cubicBezTo>
                  <a:pt x="20738" y="0"/>
                  <a:pt x="20608" y="36"/>
                  <a:pt x="20495" y="113"/>
                </a:cubicBezTo>
                <a:lnTo>
                  <a:pt x="299" y="13613"/>
                </a:lnTo>
                <a:cubicBezTo>
                  <a:pt x="91" y="13751"/>
                  <a:pt x="-23" y="13995"/>
                  <a:pt x="3" y="14244"/>
                </a:cubicBezTo>
                <a:cubicBezTo>
                  <a:pt x="28" y="14494"/>
                  <a:pt x="190" y="14708"/>
                  <a:pt x="422" y="14801"/>
                </a:cubicBezTo>
                <a:lnTo>
                  <a:pt x="5689" y="16914"/>
                </a:lnTo>
                <a:lnTo>
                  <a:pt x="8166" y="21259"/>
                </a:lnTo>
                <a:cubicBezTo>
                  <a:pt x="8284" y="21468"/>
                  <a:pt x="8505" y="21597"/>
                  <a:pt x="8743" y="21599"/>
                </a:cubicBezTo>
                <a:lnTo>
                  <a:pt x="8751" y="21599"/>
                </a:lnTo>
                <a:cubicBezTo>
                  <a:pt x="8987" y="21599"/>
                  <a:pt x="9206" y="21474"/>
                  <a:pt x="9328" y="21271"/>
                </a:cubicBezTo>
                <a:lnTo>
                  <a:pt x="10726" y="18934"/>
                </a:lnTo>
                <a:lnTo>
                  <a:pt x="17253" y="21551"/>
                </a:lnTo>
                <a:cubicBezTo>
                  <a:pt x="17332" y="21584"/>
                  <a:pt x="17418" y="21599"/>
                  <a:pt x="17502" y="21599"/>
                </a:cubicBezTo>
                <a:cubicBezTo>
                  <a:pt x="17617" y="21599"/>
                  <a:pt x="17731" y="21571"/>
                  <a:pt x="17832" y="21512"/>
                </a:cubicBezTo>
                <a:cubicBezTo>
                  <a:pt x="18010" y="21412"/>
                  <a:pt x="18133" y="21238"/>
                  <a:pt x="18167" y="21035"/>
                </a:cubicBezTo>
                <a:lnTo>
                  <a:pt x="21533" y="785"/>
                </a:lnTo>
                <a:cubicBezTo>
                  <a:pt x="21576" y="520"/>
                  <a:pt x="21459" y="254"/>
                  <a:pt x="21234" y="108"/>
                </a:cubicBezTo>
              </a:path>
            </a:pathLst>
          </a:custGeom>
          <a:solidFill>
            <a:srgbClr val="27506E"/>
          </a:solidFill>
          <a:ln>
            <a:noFill/>
          </a:ln>
          <a:effectLst/>
        </p:spPr>
        <p:txBody>
          <a:bodyPr lIns="19050" tIns="19050" rIns="19050" bIns="19050" anchor="ctr"/>
          <a:lstStyle/>
          <a:p>
            <a:pPr marL="0" marR="0" lvl="0" indent="0" algn="ctr" defTabSz="228600" eaLnBrk="1" fontAlgn="auto" latinLnBrk="0" hangingPunct="1">
              <a:lnSpc>
                <a:spcPct val="100000"/>
              </a:lnSpc>
              <a:spcBef>
                <a:spcPts val="0"/>
              </a:spcBef>
              <a:spcAft>
                <a:spcPts val="0"/>
              </a:spcAft>
              <a:buClrTx/>
              <a:buSzTx/>
              <a:buFontTx/>
              <a:buNone/>
              <a:defRPr/>
            </a:pPr>
            <a:endParaRPr kumimoji="0" lang="en-US" sz="1500" b="0" i="0" u="none" strike="noStrike" kern="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Times New Roman" panose="02020603050405020304" pitchFamily="18" charset="0"/>
              <a:sym typeface="Gill Sans" charset="0"/>
            </a:endParaRPr>
          </a:p>
        </p:txBody>
      </p:sp>
      <p:cxnSp>
        <p:nvCxnSpPr>
          <p:cNvPr id="18" name="直接连接符 17"/>
          <p:cNvCxnSpPr/>
          <p:nvPr/>
        </p:nvCxnSpPr>
        <p:spPr>
          <a:xfrm>
            <a:off x="4296861" y="2814629"/>
            <a:ext cx="439032"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49" name="组合 48"/>
          <p:cNvGrpSpPr>
            <a:grpSpLocks noChangeAspect="1"/>
          </p:cNvGrpSpPr>
          <p:nvPr/>
        </p:nvGrpSpPr>
        <p:grpSpPr>
          <a:xfrm>
            <a:off x="3062226" y="3232654"/>
            <a:ext cx="2908300" cy="478155"/>
            <a:chOff x="6350" y="1903413"/>
            <a:chExt cx="12182476" cy="2000250"/>
          </a:xfrm>
        </p:grpSpPr>
        <p:sp>
          <p:nvSpPr>
            <p:cNvPr id="50" name="Freeform 16"/>
            <p:cNvSpPr/>
            <p:nvPr/>
          </p:nvSpPr>
          <p:spPr bwMode="auto">
            <a:xfrm>
              <a:off x="6350" y="2878138"/>
              <a:ext cx="6091238" cy="1025525"/>
            </a:xfrm>
            <a:custGeom>
              <a:avLst/>
              <a:gdLst>
                <a:gd name="T0" fmla="*/ 1920 w 1920"/>
                <a:gd name="T1" fmla="*/ 323 h 323"/>
                <a:gd name="T2" fmla="*/ 1209 w 1920"/>
                <a:gd name="T3" fmla="*/ 38 h 323"/>
                <a:gd name="T4" fmla="*/ 0 w 1920"/>
                <a:gd name="T5" fmla="*/ 86 h 323"/>
              </a:gdLst>
              <a:ahLst/>
              <a:cxnLst>
                <a:cxn ang="0">
                  <a:pos x="T0" y="T1"/>
                </a:cxn>
                <a:cxn ang="0">
                  <a:pos x="T2" y="T3"/>
                </a:cxn>
                <a:cxn ang="0">
                  <a:pos x="T4" y="T5"/>
                </a:cxn>
              </a:cxnLst>
              <a:rect l="0" t="0" r="r" b="b"/>
              <a:pathLst>
                <a:path w="1920" h="323">
                  <a:moveTo>
                    <a:pt x="1920" y="323"/>
                  </a:moveTo>
                  <a:cubicBezTo>
                    <a:pt x="1742" y="142"/>
                    <a:pt x="1510" y="77"/>
                    <a:pt x="1209" y="38"/>
                  </a:cubicBezTo>
                  <a:cubicBezTo>
                    <a:pt x="928" y="2"/>
                    <a:pt x="495" y="0"/>
                    <a:pt x="0" y="86"/>
                  </a:cubicBezTo>
                </a:path>
              </a:pathLst>
            </a:custGeom>
            <a:noFill/>
            <a:ln w="63500" cap="flat">
              <a:solidFill>
                <a:schemeClr val="accent1"/>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黑体" panose="02010609060101010101" pitchFamily="49" charset="-122"/>
                <a:ea typeface="黑体" panose="02010609060101010101" pitchFamily="49" charset="-122"/>
              </a:endParaRPr>
            </a:p>
          </p:txBody>
        </p:sp>
        <p:sp>
          <p:nvSpPr>
            <p:cNvPr id="51" name="Freeform 17"/>
            <p:cNvSpPr/>
            <p:nvPr/>
          </p:nvSpPr>
          <p:spPr bwMode="auto">
            <a:xfrm>
              <a:off x="6350" y="3068638"/>
              <a:ext cx="6091238" cy="835025"/>
            </a:xfrm>
            <a:custGeom>
              <a:avLst/>
              <a:gdLst>
                <a:gd name="T0" fmla="*/ 1920 w 1920"/>
                <a:gd name="T1" fmla="*/ 263 h 263"/>
                <a:gd name="T2" fmla="*/ 1155 w 1920"/>
                <a:gd name="T3" fmla="*/ 28 h 263"/>
                <a:gd name="T4" fmla="*/ 0 w 1920"/>
                <a:gd name="T5" fmla="*/ 59 h 263"/>
              </a:gdLst>
              <a:ahLst/>
              <a:cxnLst>
                <a:cxn ang="0">
                  <a:pos x="T0" y="T1"/>
                </a:cxn>
                <a:cxn ang="0">
                  <a:pos x="T2" y="T3"/>
                </a:cxn>
                <a:cxn ang="0">
                  <a:pos x="T4" y="T5"/>
                </a:cxn>
              </a:cxnLst>
              <a:rect l="0" t="0" r="r" b="b"/>
              <a:pathLst>
                <a:path w="1920" h="263">
                  <a:moveTo>
                    <a:pt x="1920" y="263"/>
                  </a:moveTo>
                  <a:cubicBezTo>
                    <a:pt x="1671" y="92"/>
                    <a:pt x="1458" y="53"/>
                    <a:pt x="1155" y="28"/>
                  </a:cubicBezTo>
                  <a:cubicBezTo>
                    <a:pt x="807" y="0"/>
                    <a:pt x="479" y="6"/>
                    <a:pt x="0" y="59"/>
                  </a:cubicBezTo>
                </a:path>
              </a:pathLst>
            </a:custGeom>
            <a:noFill/>
            <a:ln w="63500" cap="flat">
              <a:solidFill>
                <a:schemeClr val="accent1"/>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黑体" panose="02010609060101010101" pitchFamily="49" charset="-122"/>
                <a:ea typeface="黑体" panose="02010609060101010101" pitchFamily="49" charset="-122"/>
              </a:endParaRPr>
            </a:p>
          </p:txBody>
        </p:sp>
        <p:sp>
          <p:nvSpPr>
            <p:cNvPr id="52" name="Freeform 18"/>
            <p:cNvSpPr/>
            <p:nvPr/>
          </p:nvSpPr>
          <p:spPr bwMode="auto">
            <a:xfrm>
              <a:off x="6097588" y="3068638"/>
              <a:ext cx="6091238" cy="835025"/>
            </a:xfrm>
            <a:custGeom>
              <a:avLst/>
              <a:gdLst>
                <a:gd name="T0" fmla="*/ 0 w 1920"/>
                <a:gd name="T1" fmla="*/ 263 h 263"/>
                <a:gd name="T2" fmla="*/ 764 w 1920"/>
                <a:gd name="T3" fmla="*/ 28 h 263"/>
                <a:gd name="T4" fmla="*/ 1920 w 1920"/>
                <a:gd name="T5" fmla="*/ 59 h 263"/>
              </a:gdLst>
              <a:ahLst/>
              <a:cxnLst>
                <a:cxn ang="0">
                  <a:pos x="T0" y="T1"/>
                </a:cxn>
                <a:cxn ang="0">
                  <a:pos x="T2" y="T3"/>
                </a:cxn>
                <a:cxn ang="0">
                  <a:pos x="T4" y="T5"/>
                </a:cxn>
              </a:cxnLst>
              <a:rect l="0" t="0" r="r" b="b"/>
              <a:pathLst>
                <a:path w="1920" h="263">
                  <a:moveTo>
                    <a:pt x="0" y="263"/>
                  </a:moveTo>
                  <a:cubicBezTo>
                    <a:pt x="249" y="92"/>
                    <a:pt x="462" y="53"/>
                    <a:pt x="764" y="28"/>
                  </a:cubicBezTo>
                  <a:cubicBezTo>
                    <a:pt x="1112" y="0"/>
                    <a:pt x="1441" y="6"/>
                    <a:pt x="1920" y="59"/>
                  </a:cubicBezTo>
                </a:path>
              </a:pathLst>
            </a:custGeom>
            <a:noFill/>
            <a:ln w="63500" cap="flat">
              <a:solidFill>
                <a:schemeClr val="accent1"/>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黑体" panose="02010609060101010101" pitchFamily="49" charset="-122"/>
                <a:ea typeface="黑体" panose="02010609060101010101" pitchFamily="49" charset="-122"/>
              </a:endParaRPr>
            </a:p>
          </p:txBody>
        </p:sp>
        <p:sp>
          <p:nvSpPr>
            <p:cNvPr id="53" name="Freeform 19"/>
            <p:cNvSpPr/>
            <p:nvPr/>
          </p:nvSpPr>
          <p:spPr bwMode="auto">
            <a:xfrm>
              <a:off x="346075" y="2484438"/>
              <a:ext cx="5751513" cy="1419225"/>
            </a:xfrm>
            <a:custGeom>
              <a:avLst/>
              <a:gdLst>
                <a:gd name="T0" fmla="*/ 1813 w 1813"/>
                <a:gd name="T1" fmla="*/ 447 h 447"/>
                <a:gd name="T2" fmla="*/ 1000 w 1813"/>
                <a:gd name="T3" fmla="*/ 42 h 447"/>
                <a:gd name="T4" fmla="*/ 0 w 1813"/>
                <a:gd name="T5" fmla="*/ 82 h 447"/>
              </a:gdLst>
              <a:ahLst/>
              <a:cxnLst>
                <a:cxn ang="0">
                  <a:pos x="T0" y="T1"/>
                </a:cxn>
                <a:cxn ang="0">
                  <a:pos x="T2" y="T3"/>
                </a:cxn>
                <a:cxn ang="0">
                  <a:pos x="T4" y="T5"/>
                </a:cxn>
              </a:cxnLst>
              <a:rect l="0" t="0" r="r" b="b"/>
              <a:pathLst>
                <a:path w="1813" h="447">
                  <a:moveTo>
                    <a:pt x="1813" y="447"/>
                  </a:moveTo>
                  <a:cubicBezTo>
                    <a:pt x="1682" y="209"/>
                    <a:pt x="1314" y="90"/>
                    <a:pt x="1000" y="42"/>
                  </a:cubicBezTo>
                  <a:cubicBezTo>
                    <a:pt x="723" y="0"/>
                    <a:pt x="385" y="9"/>
                    <a:pt x="0" y="82"/>
                  </a:cubicBezTo>
                </a:path>
              </a:pathLst>
            </a:custGeom>
            <a:noFill/>
            <a:ln w="63500" cap="flat">
              <a:solidFill>
                <a:schemeClr val="accent1"/>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黑体" panose="02010609060101010101" pitchFamily="49" charset="-122"/>
                <a:ea typeface="黑体" panose="02010609060101010101" pitchFamily="49" charset="-122"/>
              </a:endParaRPr>
            </a:p>
          </p:txBody>
        </p:sp>
        <p:sp>
          <p:nvSpPr>
            <p:cNvPr id="54" name="Freeform 20"/>
            <p:cNvSpPr/>
            <p:nvPr/>
          </p:nvSpPr>
          <p:spPr bwMode="auto">
            <a:xfrm>
              <a:off x="765175" y="1903413"/>
              <a:ext cx="5332413" cy="2000250"/>
            </a:xfrm>
            <a:custGeom>
              <a:avLst/>
              <a:gdLst>
                <a:gd name="T0" fmla="*/ 1681 w 1681"/>
                <a:gd name="T1" fmla="*/ 630 h 630"/>
                <a:gd name="T2" fmla="*/ 891 w 1681"/>
                <a:gd name="T3" fmla="*/ 85 h 630"/>
                <a:gd name="T4" fmla="*/ 0 w 1681"/>
                <a:gd name="T5" fmla="*/ 22 h 630"/>
              </a:gdLst>
              <a:ahLst/>
              <a:cxnLst>
                <a:cxn ang="0">
                  <a:pos x="T0" y="T1"/>
                </a:cxn>
                <a:cxn ang="0">
                  <a:pos x="T2" y="T3"/>
                </a:cxn>
                <a:cxn ang="0">
                  <a:pos x="T4" y="T5"/>
                </a:cxn>
              </a:cxnLst>
              <a:rect l="0" t="0" r="r" b="b"/>
              <a:pathLst>
                <a:path w="1681" h="630">
                  <a:moveTo>
                    <a:pt x="1681" y="630"/>
                  </a:moveTo>
                  <a:cubicBezTo>
                    <a:pt x="1557" y="313"/>
                    <a:pt x="1212" y="170"/>
                    <a:pt x="891" y="85"/>
                  </a:cubicBezTo>
                  <a:cubicBezTo>
                    <a:pt x="620" y="13"/>
                    <a:pt x="311" y="0"/>
                    <a:pt x="0" y="22"/>
                  </a:cubicBezTo>
                </a:path>
              </a:pathLst>
            </a:custGeom>
            <a:noFill/>
            <a:ln w="63500" cap="flat">
              <a:solidFill>
                <a:schemeClr val="accent1"/>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黑体" panose="02010609060101010101" pitchFamily="49" charset="-122"/>
                <a:ea typeface="黑体" panose="02010609060101010101" pitchFamily="49" charset="-122"/>
              </a:endParaRPr>
            </a:p>
          </p:txBody>
        </p:sp>
        <p:sp>
          <p:nvSpPr>
            <p:cNvPr id="55" name="Freeform 21"/>
            <p:cNvSpPr/>
            <p:nvPr/>
          </p:nvSpPr>
          <p:spPr bwMode="auto">
            <a:xfrm>
              <a:off x="6097588" y="2878138"/>
              <a:ext cx="6091238" cy="1025525"/>
            </a:xfrm>
            <a:custGeom>
              <a:avLst/>
              <a:gdLst>
                <a:gd name="T0" fmla="*/ 0 w 1920"/>
                <a:gd name="T1" fmla="*/ 323 h 323"/>
                <a:gd name="T2" fmla="*/ 710 w 1920"/>
                <a:gd name="T3" fmla="*/ 38 h 323"/>
                <a:gd name="T4" fmla="*/ 1920 w 1920"/>
                <a:gd name="T5" fmla="*/ 86 h 323"/>
              </a:gdLst>
              <a:ahLst/>
              <a:cxnLst>
                <a:cxn ang="0">
                  <a:pos x="T0" y="T1"/>
                </a:cxn>
                <a:cxn ang="0">
                  <a:pos x="T2" y="T3"/>
                </a:cxn>
                <a:cxn ang="0">
                  <a:pos x="T4" y="T5"/>
                </a:cxn>
              </a:cxnLst>
              <a:rect l="0" t="0" r="r" b="b"/>
              <a:pathLst>
                <a:path w="1920" h="323">
                  <a:moveTo>
                    <a:pt x="0" y="323"/>
                  </a:moveTo>
                  <a:cubicBezTo>
                    <a:pt x="178" y="142"/>
                    <a:pt x="410" y="77"/>
                    <a:pt x="710" y="38"/>
                  </a:cubicBezTo>
                  <a:cubicBezTo>
                    <a:pt x="992" y="2"/>
                    <a:pt x="1425" y="0"/>
                    <a:pt x="1920" y="86"/>
                  </a:cubicBezTo>
                </a:path>
              </a:pathLst>
            </a:custGeom>
            <a:noFill/>
            <a:ln w="63500" cap="flat">
              <a:solidFill>
                <a:schemeClr val="accent1"/>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黑体" panose="02010609060101010101" pitchFamily="49" charset="-122"/>
                <a:ea typeface="黑体" panose="02010609060101010101" pitchFamily="49" charset="-122"/>
              </a:endParaRPr>
            </a:p>
          </p:txBody>
        </p:sp>
        <p:sp>
          <p:nvSpPr>
            <p:cNvPr id="56" name="Freeform 22"/>
            <p:cNvSpPr/>
            <p:nvPr/>
          </p:nvSpPr>
          <p:spPr bwMode="auto">
            <a:xfrm>
              <a:off x="6097588" y="2484438"/>
              <a:ext cx="5751513" cy="1419225"/>
            </a:xfrm>
            <a:custGeom>
              <a:avLst/>
              <a:gdLst>
                <a:gd name="T0" fmla="*/ 0 w 1813"/>
                <a:gd name="T1" fmla="*/ 447 h 447"/>
                <a:gd name="T2" fmla="*/ 813 w 1813"/>
                <a:gd name="T3" fmla="*/ 42 h 447"/>
                <a:gd name="T4" fmla="*/ 1813 w 1813"/>
                <a:gd name="T5" fmla="*/ 82 h 447"/>
              </a:gdLst>
              <a:ahLst/>
              <a:cxnLst>
                <a:cxn ang="0">
                  <a:pos x="T0" y="T1"/>
                </a:cxn>
                <a:cxn ang="0">
                  <a:pos x="T2" y="T3"/>
                </a:cxn>
                <a:cxn ang="0">
                  <a:pos x="T4" y="T5"/>
                </a:cxn>
              </a:cxnLst>
              <a:rect l="0" t="0" r="r" b="b"/>
              <a:pathLst>
                <a:path w="1813" h="447">
                  <a:moveTo>
                    <a:pt x="0" y="447"/>
                  </a:moveTo>
                  <a:cubicBezTo>
                    <a:pt x="130" y="209"/>
                    <a:pt x="498" y="90"/>
                    <a:pt x="813" y="42"/>
                  </a:cubicBezTo>
                  <a:cubicBezTo>
                    <a:pt x="1090" y="0"/>
                    <a:pt x="1428" y="9"/>
                    <a:pt x="1813" y="82"/>
                  </a:cubicBezTo>
                </a:path>
              </a:pathLst>
            </a:custGeom>
            <a:noFill/>
            <a:ln w="63500" cap="flat">
              <a:solidFill>
                <a:schemeClr val="accent1"/>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黑体" panose="02010609060101010101" pitchFamily="49" charset="-122"/>
                <a:ea typeface="黑体" panose="02010609060101010101" pitchFamily="49" charset="-122"/>
              </a:endParaRPr>
            </a:p>
          </p:txBody>
        </p:sp>
        <p:sp>
          <p:nvSpPr>
            <p:cNvPr id="57" name="Freeform 23"/>
            <p:cNvSpPr/>
            <p:nvPr/>
          </p:nvSpPr>
          <p:spPr bwMode="auto">
            <a:xfrm>
              <a:off x="6097588" y="1903413"/>
              <a:ext cx="5332413" cy="2000250"/>
            </a:xfrm>
            <a:custGeom>
              <a:avLst/>
              <a:gdLst>
                <a:gd name="T0" fmla="*/ 0 w 1681"/>
                <a:gd name="T1" fmla="*/ 630 h 630"/>
                <a:gd name="T2" fmla="*/ 790 w 1681"/>
                <a:gd name="T3" fmla="*/ 85 h 630"/>
                <a:gd name="T4" fmla="*/ 1681 w 1681"/>
                <a:gd name="T5" fmla="*/ 22 h 630"/>
              </a:gdLst>
              <a:ahLst/>
              <a:cxnLst>
                <a:cxn ang="0">
                  <a:pos x="T0" y="T1"/>
                </a:cxn>
                <a:cxn ang="0">
                  <a:pos x="T2" y="T3"/>
                </a:cxn>
                <a:cxn ang="0">
                  <a:pos x="T4" y="T5"/>
                </a:cxn>
              </a:cxnLst>
              <a:rect l="0" t="0" r="r" b="b"/>
              <a:pathLst>
                <a:path w="1681" h="630">
                  <a:moveTo>
                    <a:pt x="0" y="630"/>
                  </a:moveTo>
                  <a:cubicBezTo>
                    <a:pt x="124" y="313"/>
                    <a:pt x="469" y="170"/>
                    <a:pt x="790" y="85"/>
                  </a:cubicBezTo>
                  <a:cubicBezTo>
                    <a:pt x="1060" y="13"/>
                    <a:pt x="1369" y="0"/>
                    <a:pt x="1681" y="22"/>
                  </a:cubicBezTo>
                </a:path>
              </a:pathLst>
            </a:custGeom>
            <a:noFill/>
            <a:ln w="63500" cap="flat">
              <a:solidFill>
                <a:schemeClr val="accent1"/>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黑体" panose="02010609060101010101" pitchFamily="49" charset="-122"/>
                <a:ea typeface="黑体" panose="02010609060101010101" pitchFamily="49" charset="-122"/>
              </a:endParaRPr>
            </a:p>
          </p:txBody>
        </p:sp>
      </p:grpSp>
      <p:pic>
        <p:nvPicPr>
          <p:cNvPr id="3" name="图片 2"/>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8290290" y="64896"/>
            <a:ext cx="790862" cy="798578"/>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mc:Choice>
    <mc:Fallback>
      <p:transition spd="slow"/>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8290290" y="64896"/>
            <a:ext cx="790862" cy="798578"/>
          </a:xfrm>
          <a:prstGeom prst="rect">
            <a:avLst/>
          </a:prstGeom>
        </p:spPr>
      </p:pic>
      <p:sp>
        <p:nvSpPr>
          <p:cNvPr id="9" name="文本框 8"/>
          <p:cNvSpPr txBox="1"/>
          <p:nvPr/>
        </p:nvSpPr>
        <p:spPr>
          <a:xfrm>
            <a:off x="665444" y="3596923"/>
            <a:ext cx="7813112" cy="1383665"/>
          </a:xfrm>
          <a:prstGeom prst="rect">
            <a:avLst/>
          </a:prstGeom>
          <a:noFill/>
        </p:spPr>
        <p:txBody>
          <a:bodyPr wrap="square" rtlCol="0">
            <a:spAutoFit/>
          </a:bodyPr>
          <a:lstStyle/>
          <a:p>
            <a:pPr indent="457200">
              <a:lnSpc>
                <a:spcPct val="150000"/>
              </a:lnSpc>
            </a:pPr>
            <a:r>
              <a:rPr kumimoji="1" lang="en-US" altLang="zh-CN" sz="1200">
                <a:ln w="12700">
                  <a:noFill/>
                </a:ln>
                <a:solidFill>
                  <a:srgbClr val="262626">
                    <a:alpha val="100000"/>
                  </a:srgbClr>
                </a:solidFill>
                <a:latin typeface="Source Han Sans" panose="020B0400000000000000" charset="-122"/>
                <a:ea typeface="Source Han Sans" panose="020B0400000000000000" charset="-122"/>
                <a:cs typeface="Source Han Sans" panose="020B0400000000000000" charset="-122"/>
                <a:sym typeface="+mn-ea"/>
              </a:rPr>
              <a:t>我国65岁以上老年人口占比已达15.4%，预计2070年将达41.3%。</a:t>
            </a:r>
            <a:r>
              <a:rPr kumimoji="1" lang="zh-CN" altLang="en-US" sz="1200">
                <a:ln w="12700">
                  <a:noFill/>
                </a:ln>
                <a:solidFill>
                  <a:srgbClr val="262626">
                    <a:alpha val="100000"/>
                  </a:srgbClr>
                </a:solidFill>
                <a:latin typeface="Source Han Sans" panose="020B0400000000000000" charset="-122"/>
                <a:ea typeface="Source Han Sans" panose="020B0400000000000000" charset="-122"/>
                <a:cs typeface="Source Han Sans" panose="020B0400000000000000" charset="-122"/>
                <a:sym typeface="+mn-ea"/>
              </a:rPr>
              <a:t>同时</a:t>
            </a:r>
            <a:r>
              <a:rPr kumimoji="1" lang="en-US" altLang="zh-CN" sz="1200">
                <a:ln w="12700">
                  <a:noFill/>
                </a:ln>
                <a:solidFill>
                  <a:srgbClr val="262626">
                    <a:alpha val="100000"/>
                  </a:srgbClr>
                </a:solidFill>
                <a:latin typeface="Source Han Sans" panose="020B0400000000000000" charset="-122"/>
                <a:ea typeface="Source Han Sans" panose="020B0400000000000000" charset="-122"/>
                <a:cs typeface="Source Han Sans" panose="020B0400000000000000" charset="-122"/>
                <a:sym typeface="+mn-ea"/>
              </a:rPr>
              <a:t>老年人慢性病高发，86%以上患至少一种慢性病，65%以上存在多病共存现象，传统养老服务模式面临诸多挑战。</a:t>
            </a:r>
            <a:endParaRPr kumimoji="1" lang="en-US" altLang="zh-CN" sz="1200">
              <a:ln w="12700">
                <a:noFill/>
              </a:ln>
              <a:solidFill>
                <a:srgbClr val="262626">
                  <a:alpha val="100000"/>
                </a:srgbClr>
              </a:solidFill>
              <a:latin typeface="Source Han Sans" panose="020B0400000000000000" charset="-122"/>
              <a:ea typeface="Source Han Sans" panose="020B0400000000000000" charset="-122"/>
              <a:cs typeface="Source Han Sans" panose="020B0400000000000000" charset="-122"/>
              <a:sym typeface="+mn-ea"/>
            </a:endParaRPr>
          </a:p>
          <a:p>
            <a:pPr indent="457200">
              <a:lnSpc>
                <a:spcPct val="150000"/>
              </a:lnSpc>
            </a:pPr>
            <a:r>
              <a:rPr kumimoji="1" lang="en-US" altLang="zh-CN" sz="1200">
                <a:ln w="12700">
                  <a:noFill/>
                </a:ln>
                <a:solidFill>
                  <a:srgbClr val="262626">
                    <a:alpha val="100000"/>
                  </a:srgbClr>
                </a:solidFill>
                <a:latin typeface="Source Han Sans" panose="020B0400000000000000" charset="-122"/>
                <a:ea typeface="Source Han Sans" panose="020B0400000000000000" charset="-122"/>
                <a:cs typeface="Source Han Sans" panose="020B0400000000000000" charset="-122"/>
                <a:sym typeface="+mn-ea"/>
              </a:rPr>
              <a:t>国家《智慧健康养老产业发展行动计划（2021- 2025年）》明确提出构建全周期智慧健康养老服务系统，要求通过物联网、人工智能等技术实现健康数据动态监测与康复资源精准调度，为本课题提供了政策依据。</a:t>
            </a:r>
            <a:endParaRPr lang="zh-CN" altLang="en-US" sz="1200" dirty="0">
              <a:latin typeface="Times New Roman" panose="02020603050405020304" pitchFamily="18" charset="0"/>
              <a:ea typeface="宋体" panose="02010600030101010101" pitchFamily="2" charset="-122"/>
              <a:cs typeface="Times New Roman" panose="02020603050405020304" pitchFamily="18" charset="0"/>
            </a:endParaRPr>
          </a:p>
          <a:p>
            <a:endParaRPr lang="zh-CN" altLang="en-US" sz="1200" dirty="0"/>
          </a:p>
        </p:txBody>
      </p:sp>
      <p:sp>
        <p:nvSpPr>
          <p:cNvPr id="3" name="文本框 2"/>
          <p:cNvSpPr txBox="1"/>
          <p:nvPr/>
        </p:nvSpPr>
        <p:spPr>
          <a:xfrm>
            <a:off x="560439" y="368321"/>
            <a:ext cx="4572000" cy="398780"/>
          </a:xfrm>
          <a:prstGeom prst="rect">
            <a:avLst/>
          </a:prstGeom>
          <a:noFill/>
        </p:spPr>
        <p:txBody>
          <a:bodyPr wrap="square">
            <a:spAutoFit/>
          </a:bodyPr>
          <a:lstStyle/>
          <a:p>
            <a:r>
              <a:rPr lang="zh-CN" altLang="en-US" sz="2000" b="1" dirty="0">
                <a:solidFill>
                  <a:srgbClr val="27506E"/>
                </a:solidFill>
                <a:latin typeface="宋体" panose="02010600030101010101" pitchFamily="2" charset="-122"/>
                <a:ea typeface="宋体" panose="02010600030101010101" pitchFamily="2" charset="-122"/>
              </a:rPr>
              <a:t>研究背景</a:t>
            </a:r>
            <a:endParaRPr lang="zh-CN" altLang="en-US" sz="2000" dirty="0"/>
          </a:p>
        </p:txBody>
      </p:sp>
      <p:cxnSp>
        <p:nvCxnSpPr>
          <p:cNvPr id="4" name="直接连接符 3"/>
          <p:cNvCxnSpPr/>
          <p:nvPr/>
        </p:nvCxnSpPr>
        <p:spPr>
          <a:xfrm>
            <a:off x="903702" y="816916"/>
            <a:ext cx="439032"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2" name="图片 1"/>
          <p:cNvPicPr/>
          <p:nvPr/>
        </p:nvPicPr>
        <p:blipFill>
          <a:blip r:embed="rId2"/>
          <a:stretch>
            <a:fillRect/>
          </a:stretch>
        </p:blipFill>
        <p:spPr>
          <a:xfrm>
            <a:off x="2012315" y="869950"/>
            <a:ext cx="5120005" cy="272669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mc:Choice>
    <mc:Fallback>
      <p:transition spd="slow"/>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8290290" y="64896"/>
            <a:ext cx="790862" cy="798578"/>
          </a:xfrm>
          <a:prstGeom prst="rect">
            <a:avLst/>
          </a:prstGeom>
        </p:spPr>
      </p:pic>
      <p:sp>
        <p:nvSpPr>
          <p:cNvPr id="5" name="文本框 4"/>
          <p:cNvSpPr txBox="1"/>
          <p:nvPr/>
        </p:nvSpPr>
        <p:spPr>
          <a:xfrm>
            <a:off x="588010" y="328295"/>
            <a:ext cx="1212215" cy="398780"/>
          </a:xfrm>
          <a:prstGeom prst="rect">
            <a:avLst/>
          </a:prstGeom>
          <a:noFill/>
        </p:spPr>
        <p:txBody>
          <a:bodyPr wrap="square">
            <a:spAutoFit/>
          </a:bodyPr>
          <a:lstStyle/>
          <a:p>
            <a:r>
              <a:rPr lang="zh-CN" altLang="en-US" sz="2000" b="1" dirty="0">
                <a:solidFill>
                  <a:srgbClr val="27506E"/>
                </a:solidFill>
                <a:latin typeface="宋体" panose="02010600030101010101" pitchFamily="2" charset="-122"/>
                <a:ea typeface="宋体" panose="02010600030101010101" pitchFamily="2" charset="-122"/>
                <a:sym typeface="+mn-ea"/>
              </a:rPr>
              <a:t>研究</a:t>
            </a:r>
            <a:r>
              <a:rPr lang="zh-CN" altLang="en-US" sz="2000" b="1" dirty="0">
                <a:solidFill>
                  <a:srgbClr val="27506E"/>
                </a:solidFill>
                <a:latin typeface="宋体" panose="02010600030101010101" pitchFamily="2" charset="-122"/>
                <a:ea typeface="宋体" panose="02010600030101010101" pitchFamily="2" charset="-122"/>
                <a:sym typeface="+mn-ea"/>
              </a:rPr>
              <a:t>意义</a:t>
            </a:r>
            <a:endParaRPr lang="zh-CN" altLang="en-US" sz="2000" b="1" dirty="0">
              <a:solidFill>
                <a:srgbClr val="27506E"/>
              </a:solidFill>
              <a:latin typeface="宋体" panose="02010600030101010101" pitchFamily="2" charset="-122"/>
              <a:ea typeface="宋体" panose="02010600030101010101" pitchFamily="2" charset="-122"/>
              <a:sym typeface="+mn-ea"/>
            </a:endParaRPr>
          </a:p>
        </p:txBody>
      </p:sp>
      <p:cxnSp>
        <p:nvCxnSpPr>
          <p:cNvPr id="92" name="直接连接符 91"/>
          <p:cNvCxnSpPr/>
          <p:nvPr/>
        </p:nvCxnSpPr>
        <p:spPr>
          <a:xfrm>
            <a:off x="974532" y="794100"/>
            <a:ext cx="439032"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4" name="文本框 3"/>
          <p:cNvSpPr txBox="1"/>
          <p:nvPr/>
        </p:nvSpPr>
        <p:spPr>
          <a:xfrm>
            <a:off x="588010" y="861695"/>
            <a:ext cx="4572000" cy="506730"/>
          </a:xfrm>
          <a:prstGeom prst="rect">
            <a:avLst/>
          </a:prstGeom>
          <a:noFill/>
        </p:spPr>
        <p:txBody>
          <a:bodyPr wrap="square" rtlCol="0" anchor="t">
            <a:spAutoFit/>
          </a:bodyPr>
          <a:p>
            <a:pPr indent="457200">
              <a:lnSpc>
                <a:spcPct val="150000"/>
              </a:lnSpc>
            </a:pPr>
            <a:r>
              <a:rPr lang="zh-CN" altLang="en-US" sz="1800" b="1" dirty="0">
                <a:solidFill>
                  <a:srgbClr val="002060"/>
                </a:solidFill>
                <a:latin typeface="Times New Roman" panose="02020603050405020304" pitchFamily="18" charset="0"/>
                <a:ea typeface="宋体" panose="02010600030101010101" pitchFamily="2" charset="-122"/>
                <a:cs typeface="Times New Roman" panose="02020603050405020304" pitchFamily="18" charset="0"/>
                <a:sym typeface="+mn-ea"/>
              </a:rPr>
              <a:t>三个问题：</a:t>
            </a:r>
            <a:endParaRPr kumimoji="1" lang="zh-CN" altLang="en-US" sz="180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Source Han Sans" panose="020B0400000000000000" charset="-122"/>
              <a:ea typeface="Source Han Sans" panose="020B0400000000000000" charset="-122"/>
              <a:cs typeface="Source Han Sans" panose="020B0400000000000000" charset="-122"/>
              <a:sym typeface="+mn-ea"/>
            </a:endParaRPr>
          </a:p>
        </p:txBody>
      </p:sp>
      <p:sp>
        <p:nvSpPr>
          <p:cNvPr id="6" name="文本框 5"/>
          <p:cNvSpPr txBox="1"/>
          <p:nvPr/>
        </p:nvSpPr>
        <p:spPr>
          <a:xfrm>
            <a:off x="588010" y="1299760"/>
            <a:ext cx="3048000" cy="1198880"/>
          </a:xfrm>
          <a:prstGeom prst="rect">
            <a:avLst/>
          </a:prstGeom>
        </p:spPr>
        <p:txBody>
          <a:bodyPr>
            <a:spAutoFit/>
            <a:extLst>
              <a:ext uri="{4A0BC546-FE56-4ADE-93B0-CB8AF2F6F144}">
                <wpsdc:textFrameExt xmlns:wpsdc="http://www.wps.cn/officeDocument/2022/drawingmlCustomData" type="text"/>
              </a:ext>
            </a:extLst>
          </a:bodyPr>
          <a:p>
            <a:pPr marL="457200" lvl="1" indent="457200" algn="l" fontAlgn="auto">
              <a:lnSpc>
                <a:spcPct val="150000"/>
              </a:lnSpc>
            </a:pPr>
            <a:r>
              <a:rPr lang="en-US" altLang="zh-CN" sz="1600">
                <a:latin typeface="宋体" panose="02010600030101010101" pitchFamily="2" charset="-122"/>
                <a:ea typeface="宋体" panose="02010600030101010101" pitchFamily="2" charset="-122"/>
                <a:cs typeface="宋体" panose="02010600030101010101" pitchFamily="2" charset="-122"/>
              </a:rPr>
              <a:t>1</a:t>
            </a:r>
            <a:r>
              <a:rPr lang="zh-CN" altLang="en-US" sz="1600">
                <a:latin typeface="宋体" panose="02010600030101010101" pitchFamily="2" charset="-122"/>
                <a:ea typeface="宋体" panose="02010600030101010101" pitchFamily="2" charset="-122"/>
                <a:cs typeface="宋体" panose="02010600030101010101" pitchFamily="2" charset="-122"/>
              </a:rPr>
              <a:t>、数据孤岛</a:t>
            </a:r>
            <a:endParaRPr lang="zh-CN" altLang="en-US" sz="1600">
              <a:latin typeface="宋体" panose="02010600030101010101" pitchFamily="2" charset="-122"/>
              <a:ea typeface="宋体" panose="02010600030101010101" pitchFamily="2" charset="-122"/>
              <a:cs typeface="宋体" panose="02010600030101010101" pitchFamily="2" charset="-122"/>
            </a:endParaRPr>
          </a:p>
          <a:p>
            <a:pPr marL="457200" lvl="1" indent="457200" algn="l" fontAlgn="auto">
              <a:lnSpc>
                <a:spcPct val="150000"/>
              </a:lnSpc>
            </a:pPr>
            <a:r>
              <a:rPr lang="en-US" altLang="zh-CN" sz="1600">
                <a:latin typeface="宋体" panose="02010600030101010101" pitchFamily="2" charset="-122"/>
                <a:ea typeface="宋体" panose="02010600030101010101" pitchFamily="2" charset="-122"/>
                <a:cs typeface="宋体" panose="02010600030101010101" pitchFamily="2" charset="-122"/>
              </a:rPr>
              <a:t>2</a:t>
            </a:r>
            <a:r>
              <a:rPr lang="zh-CN" altLang="en-US" sz="1600">
                <a:latin typeface="宋体" panose="02010600030101010101" pitchFamily="2" charset="-122"/>
                <a:ea typeface="宋体" panose="02010600030101010101" pitchFamily="2" charset="-122"/>
                <a:cs typeface="宋体" panose="02010600030101010101" pitchFamily="2" charset="-122"/>
              </a:rPr>
              <a:t>、服务个性化程度低</a:t>
            </a:r>
            <a:endParaRPr lang="zh-CN" altLang="en-US" sz="1600">
              <a:latin typeface="宋体" panose="02010600030101010101" pitchFamily="2" charset="-122"/>
              <a:ea typeface="宋体" panose="02010600030101010101" pitchFamily="2" charset="-122"/>
              <a:cs typeface="宋体" panose="02010600030101010101" pitchFamily="2" charset="-122"/>
            </a:endParaRPr>
          </a:p>
          <a:p>
            <a:pPr marL="457200" lvl="1" indent="457200" algn="l" fontAlgn="auto">
              <a:lnSpc>
                <a:spcPct val="150000"/>
              </a:lnSpc>
            </a:pPr>
            <a:r>
              <a:rPr lang="en-US" altLang="zh-CN" sz="1600">
                <a:latin typeface="宋体" panose="02010600030101010101" pitchFamily="2" charset="-122"/>
                <a:ea typeface="宋体" panose="02010600030101010101" pitchFamily="2" charset="-122"/>
                <a:cs typeface="宋体" panose="02010600030101010101" pitchFamily="2" charset="-122"/>
              </a:rPr>
              <a:t>3</a:t>
            </a:r>
            <a:r>
              <a:rPr lang="zh-CN" altLang="en-US" sz="1600">
                <a:latin typeface="宋体" panose="02010600030101010101" pitchFamily="2" charset="-122"/>
                <a:ea typeface="宋体" panose="02010600030101010101" pitchFamily="2" charset="-122"/>
                <a:cs typeface="宋体" panose="02010600030101010101" pitchFamily="2" charset="-122"/>
              </a:rPr>
              <a:t>、智能化程度低</a:t>
            </a:r>
            <a:endParaRPr lang="zh-CN" altLang="en-US" sz="1600">
              <a:latin typeface="宋体" panose="02010600030101010101" pitchFamily="2" charset="-122"/>
              <a:ea typeface="宋体" panose="02010600030101010101" pitchFamily="2" charset="-122"/>
              <a:cs typeface="宋体" panose="02010600030101010101" pitchFamily="2" charset="-122"/>
            </a:endParaRPr>
          </a:p>
        </p:txBody>
      </p:sp>
      <p:sp>
        <p:nvSpPr>
          <p:cNvPr id="9" name="文本框 8"/>
          <p:cNvSpPr txBox="1"/>
          <p:nvPr/>
        </p:nvSpPr>
        <p:spPr>
          <a:xfrm>
            <a:off x="588010" y="2632710"/>
            <a:ext cx="4572000" cy="368300"/>
          </a:xfrm>
          <a:prstGeom prst="rect">
            <a:avLst/>
          </a:prstGeom>
          <a:noFill/>
        </p:spPr>
        <p:txBody>
          <a:bodyPr wrap="square" rtlCol="0" anchor="t">
            <a:spAutoFit/>
          </a:bodyPr>
          <a:p>
            <a:pPr indent="457200"/>
            <a:r>
              <a:rPr lang="zh-CN" altLang="en-US" sz="1800" b="1" dirty="0">
                <a:solidFill>
                  <a:srgbClr val="002060"/>
                </a:solidFill>
                <a:latin typeface="Times New Roman" panose="02020603050405020304" pitchFamily="18" charset="0"/>
                <a:ea typeface="宋体" panose="02010600030101010101" pitchFamily="2" charset="-122"/>
                <a:cs typeface="Times New Roman" panose="02020603050405020304" pitchFamily="18" charset="0"/>
                <a:sym typeface="+mn-ea"/>
              </a:rPr>
              <a:t>系统</a:t>
            </a:r>
            <a:r>
              <a:rPr lang="zh-CN" altLang="en-US" sz="1800" b="1" dirty="0">
                <a:solidFill>
                  <a:srgbClr val="002060"/>
                </a:solidFill>
                <a:latin typeface="Times New Roman" panose="02020603050405020304" pitchFamily="18" charset="0"/>
                <a:ea typeface="宋体" panose="02010600030101010101" pitchFamily="2" charset="-122"/>
                <a:cs typeface="Times New Roman" panose="02020603050405020304" pitchFamily="18" charset="0"/>
                <a:sym typeface="+mn-ea"/>
              </a:rPr>
              <a:t>方案：</a:t>
            </a:r>
            <a:endParaRPr lang="zh-CN" altLang="en-US" sz="1800" b="1" dirty="0">
              <a:solidFill>
                <a:srgbClr val="002060"/>
              </a:solidFill>
              <a:latin typeface="Times New Roman" panose="02020603050405020304" pitchFamily="18" charset="0"/>
              <a:ea typeface="宋体" panose="02010600030101010101" pitchFamily="2" charset="-122"/>
              <a:cs typeface="Times New Roman" panose="02020603050405020304" pitchFamily="18" charset="0"/>
              <a:sym typeface="+mn-ea"/>
            </a:endParaRPr>
          </a:p>
        </p:txBody>
      </p:sp>
      <p:sp>
        <p:nvSpPr>
          <p:cNvPr id="10" name="文本框 9"/>
          <p:cNvSpPr txBox="1"/>
          <p:nvPr/>
        </p:nvSpPr>
        <p:spPr>
          <a:xfrm>
            <a:off x="588010" y="3071495"/>
            <a:ext cx="7077710" cy="1198880"/>
          </a:xfrm>
          <a:prstGeom prst="rect">
            <a:avLst/>
          </a:prstGeom>
        </p:spPr>
        <p:txBody>
          <a:bodyPr wrap="square">
            <a:spAutoFit/>
            <a:extLst>
              <a:ext uri="{4A0BC546-FE56-4ADE-93B0-CB8AF2F6F144}">
                <wpsdc:textFrameExt xmlns:wpsdc="http://www.wps.cn/officeDocument/2022/drawingmlCustomData" type="text"/>
              </a:ext>
            </a:extLst>
          </a:bodyPr>
          <a:p>
            <a:pPr marL="457200" lvl="1" indent="457200" algn="l" fontAlgn="auto">
              <a:lnSpc>
                <a:spcPct val="150000"/>
              </a:lnSpc>
            </a:pPr>
            <a:r>
              <a:rPr lang="en-US" altLang="zh-CN" sz="1600">
                <a:latin typeface="宋体" panose="02010600030101010101" pitchFamily="2" charset="-122"/>
                <a:ea typeface="宋体" panose="02010600030101010101" pitchFamily="2" charset="-122"/>
                <a:cs typeface="宋体" panose="02010600030101010101" pitchFamily="2" charset="-122"/>
              </a:rPr>
              <a:t>1</a:t>
            </a:r>
            <a:r>
              <a:rPr lang="zh-CN" altLang="en-US" sz="1600">
                <a:latin typeface="宋体" panose="02010600030101010101" pitchFamily="2" charset="-122"/>
                <a:ea typeface="宋体" panose="02010600030101010101" pitchFamily="2" charset="-122"/>
                <a:cs typeface="宋体" panose="02010600030101010101" pitchFamily="2" charset="-122"/>
              </a:rPr>
              <a:t>、整合多源数据如客户健康档案、护理计划等。</a:t>
            </a:r>
            <a:endParaRPr lang="zh-CN" altLang="en-US" sz="1600">
              <a:latin typeface="宋体" panose="02010600030101010101" pitchFamily="2" charset="-122"/>
              <a:ea typeface="宋体" panose="02010600030101010101" pitchFamily="2" charset="-122"/>
              <a:cs typeface="宋体" panose="02010600030101010101" pitchFamily="2" charset="-122"/>
            </a:endParaRPr>
          </a:p>
          <a:p>
            <a:pPr marL="457200" lvl="1" indent="457200" algn="l" fontAlgn="auto">
              <a:lnSpc>
                <a:spcPct val="150000"/>
              </a:lnSpc>
            </a:pPr>
            <a:r>
              <a:rPr lang="en-US" altLang="zh-CN" sz="1600">
                <a:latin typeface="宋体" panose="02010600030101010101" pitchFamily="2" charset="-122"/>
                <a:ea typeface="宋体" panose="02010600030101010101" pitchFamily="2" charset="-122"/>
                <a:cs typeface="宋体" panose="02010600030101010101" pitchFamily="2" charset="-122"/>
              </a:rPr>
              <a:t>2</a:t>
            </a:r>
            <a:r>
              <a:rPr lang="zh-CN" altLang="en-US" sz="1600">
                <a:latin typeface="宋体" panose="02010600030101010101" pitchFamily="2" charset="-122"/>
                <a:ea typeface="宋体" panose="02010600030101010101" pitchFamily="2" charset="-122"/>
                <a:cs typeface="宋体" panose="02010600030101010101" pitchFamily="2" charset="-122"/>
              </a:rPr>
              <a:t>、提供个性化膳食推荐，患病风险预测（代谢综合征，</a:t>
            </a:r>
            <a:r>
              <a:rPr lang="en-US" altLang="zh-CN" sz="1600">
                <a:latin typeface="宋体" panose="02010600030101010101" pitchFamily="2" charset="-122"/>
                <a:ea typeface="宋体" panose="02010600030101010101" pitchFamily="2" charset="-122"/>
                <a:cs typeface="宋体" panose="02010600030101010101" pitchFamily="2" charset="-122"/>
              </a:rPr>
              <a:t>MetS</a:t>
            </a:r>
            <a:r>
              <a:rPr lang="zh-CN" altLang="en-US" sz="1600">
                <a:latin typeface="宋体" panose="02010600030101010101" pitchFamily="2" charset="-122"/>
                <a:ea typeface="宋体" panose="02010600030101010101" pitchFamily="2" charset="-122"/>
                <a:cs typeface="宋体" panose="02010600030101010101" pitchFamily="2" charset="-122"/>
              </a:rPr>
              <a:t>）</a:t>
            </a:r>
            <a:endParaRPr lang="zh-CN" altLang="en-US" sz="1600">
              <a:latin typeface="宋体" panose="02010600030101010101" pitchFamily="2" charset="-122"/>
              <a:ea typeface="宋体" panose="02010600030101010101" pitchFamily="2" charset="-122"/>
              <a:cs typeface="宋体" panose="02010600030101010101" pitchFamily="2" charset="-122"/>
            </a:endParaRPr>
          </a:p>
          <a:p>
            <a:pPr marL="457200" lvl="1" indent="457200" algn="l" fontAlgn="auto">
              <a:lnSpc>
                <a:spcPct val="150000"/>
              </a:lnSpc>
            </a:pPr>
            <a:r>
              <a:rPr lang="en-US" altLang="zh-CN" sz="1600">
                <a:latin typeface="宋体" panose="02010600030101010101" pitchFamily="2" charset="-122"/>
                <a:ea typeface="宋体" panose="02010600030101010101" pitchFamily="2" charset="-122"/>
                <a:cs typeface="宋体" panose="02010600030101010101" pitchFamily="2" charset="-122"/>
              </a:rPr>
              <a:t>3</a:t>
            </a:r>
            <a:r>
              <a:rPr lang="zh-CN" altLang="en-US" sz="1600">
                <a:latin typeface="宋体" panose="02010600030101010101" pitchFamily="2" charset="-122"/>
                <a:ea typeface="宋体" panose="02010600030101010101" pitchFamily="2" charset="-122"/>
                <a:cs typeface="宋体" panose="02010600030101010101" pitchFamily="2" charset="-122"/>
              </a:rPr>
              <a:t>、结合大语言模型（</a:t>
            </a:r>
            <a:r>
              <a:rPr lang="en-US" altLang="zh-CN" sz="1600">
                <a:latin typeface="宋体" panose="02010600030101010101" pitchFamily="2" charset="-122"/>
                <a:ea typeface="宋体" panose="02010600030101010101" pitchFamily="2" charset="-122"/>
                <a:cs typeface="宋体" panose="02010600030101010101" pitchFamily="2" charset="-122"/>
              </a:rPr>
              <a:t>LLM</a:t>
            </a:r>
            <a:r>
              <a:rPr lang="zh-CN" altLang="en-US" sz="1600">
                <a:latin typeface="宋体" panose="02010600030101010101" pitchFamily="2" charset="-122"/>
                <a:ea typeface="宋体" panose="02010600030101010101" pitchFamily="2" charset="-122"/>
                <a:cs typeface="宋体" panose="02010600030101010101" pitchFamily="2" charset="-122"/>
              </a:rPr>
              <a:t>）提供</a:t>
            </a:r>
            <a:r>
              <a:rPr lang="zh-CN" altLang="en-US" sz="1600">
                <a:latin typeface="宋体" panose="02010600030101010101" pitchFamily="2" charset="-122"/>
                <a:ea typeface="宋体" panose="02010600030101010101" pitchFamily="2" charset="-122"/>
                <a:cs typeface="宋体" panose="02010600030101010101" pitchFamily="2" charset="-122"/>
              </a:rPr>
              <a:t>建议</a:t>
            </a:r>
            <a:endParaRPr lang="zh-CN" altLang="en-US" sz="1600">
              <a:latin typeface="宋体" panose="02010600030101010101" pitchFamily="2" charset="-122"/>
              <a:ea typeface="宋体" panose="02010600030101010101" pitchFamily="2" charset="-122"/>
              <a:cs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1500"/>
    </mc:Choice>
    <mc:Fallback>
      <p:transition spd="slow"/>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框 5"/>
          <p:cNvSpPr txBox="1">
            <a:spLocks noChangeArrowheads="1"/>
          </p:cNvSpPr>
          <p:nvPr/>
        </p:nvSpPr>
        <p:spPr bwMode="auto">
          <a:xfrm>
            <a:off x="3562666" y="2295540"/>
            <a:ext cx="20193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zh-CN" altLang="en-US" sz="2400" b="1" dirty="0">
                <a:solidFill>
                  <a:srgbClr val="27506E"/>
                </a:solidFill>
                <a:latin typeface="宋体" panose="02010600030101010101" pitchFamily="2" charset="-122"/>
                <a:ea typeface="宋体" panose="02010600030101010101" pitchFamily="2" charset="-122"/>
              </a:rPr>
              <a:t>系统需求</a:t>
            </a:r>
            <a:r>
              <a:rPr lang="zh-CN" altLang="en-US" sz="2400" b="1" dirty="0">
                <a:solidFill>
                  <a:srgbClr val="27506E"/>
                </a:solidFill>
                <a:latin typeface="宋体" panose="02010600030101010101" pitchFamily="2" charset="-122"/>
                <a:ea typeface="宋体" panose="02010600030101010101" pitchFamily="2" charset="-122"/>
              </a:rPr>
              <a:t>分析</a:t>
            </a:r>
            <a:endParaRPr lang="zh-CN" altLang="en-US" sz="2400" b="1" dirty="0">
              <a:solidFill>
                <a:srgbClr val="27506E"/>
              </a:solidFill>
              <a:latin typeface="宋体" panose="02010600030101010101" pitchFamily="2" charset="-122"/>
              <a:ea typeface="宋体" panose="02010600030101010101" pitchFamily="2" charset="-122"/>
            </a:endParaRPr>
          </a:p>
        </p:txBody>
      </p:sp>
      <p:cxnSp>
        <p:nvCxnSpPr>
          <p:cNvPr id="18" name="直接连接符 17"/>
          <p:cNvCxnSpPr/>
          <p:nvPr/>
        </p:nvCxnSpPr>
        <p:spPr>
          <a:xfrm>
            <a:off x="4296861" y="2814629"/>
            <a:ext cx="439032"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49" name="组合 48"/>
          <p:cNvGrpSpPr>
            <a:grpSpLocks noChangeAspect="1"/>
          </p:cNvGrpSpPr>
          <p:nvPr/>
        </p:nvGrpSpPr>
        <p:grpSpPr>
          <a:xfrm>
            <a:off x="3154680" y="3193415"/>
            <a:ext cx="2908300" cy="478155"/>
            <a:chOff x="6350" y="1903413"/>
            <a:chExt cx="12182476" cy="2000250"/>
          </a:xfrm>
        </p:grpSpPr>
        <p:sp>
          <p:nvSpPr>
            <p:cNvPr id="50" name="Freeform 16"/>
            <p:cNvSpPr/>
            <p:nvPr/>
          </p:nvSpPr>
          <p:spPr bwMode="auto">
            <a:xfrm>
              <a:off x="6350" y="2878138"/>
              <a:ext cx="6091238" cy="1025525"/>
            </a:xfrm>
            <a:custGeom>
              <a:avLst/>
              <a:gdLst>
                <a:gd name="T0" fmla="*/ 1920 w 1920"/>
                <a:gd name="T1" fmla="*/ 323 h 323"/>
                <a:gd name="T2" fmla="*/ 1209 w 1920"/>
                <a:gd name="T3" fmla="*/ 38 h 323"/>
                <a:gd name="T4" fmla="*/ 0 w 1920"/>
                <a:gd name="T5" fmla="*/ 86 h 323"/>
              </a:gdLst>
              <a:ahLst/>
              <a:cxnLst>
                <a:cxn ang="0">
                  <a:pos x="T0" y="T1"/>
                </a:cxn>
                <a:cxn ang="0">
                  <a:pos x="T2" y="T3"/>
                </a:cxn>
                <a:cxn ang="0">
                  <a:pos x="T4" y="T5"/>
                </a:cxn>
              </a:cxnLst>
              <a:rect l="0" t="0" r="r" b="b"/>
              <a:pathLst>
                <a:path w="1920" h="323">
                  <a:moveTo>
                    <a:pt x="1920" y="323"/>
                  </a:moveTo>
                  <a:cubicBezTo>
                    <a:pt x="1742" y="142"/>
                    <a:pt x="1510" y="77"/>
                    <a:pt x="1209" y="38"/>
                  </a:cubicBezTo>
                  <a:cubicBezTo>
                    <a:pt x="928" y="2"/>
                    <a:pt x="495" y="0"/>
                    <a:pt x="0" y="86"/>
                  </a:cubicBezTo>
                </a:path>
              </a:pathLst>
            </a:custGeom>
            <a:noFill/>
            <a:ln w="63500" cap="flat">
              <a:solidFill>
                <a:schemeClr val="accent1"/>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黑体" panose="02010609060101010101" pitchFamily="49" charset="-122"/>
                <a:ea typeface="黑体" panose="02010609060101010101" pitchFamily="49" charset="-122"/>
              </a:endParaRPr>
            </a:p>
          </p:txBody>
        </p:sp>
        <p:sp>
          <p:nvSpPr>
            <p:cNvPr id="51" name="Freeform 17"/>
            <p:cNvSpPr/>
            <p:nvPr/>
          </p:nvSpPr>
          <p:spPr bwMode="auto">
            <a:xfrm>
              <a:off x="6350" y="3068638"/>
              <a:ext cx="6091238" cy="835025"/>
            </a:xfrm>
            <a:custGeom>
              <a:avLst/>
              <a:gdLst>
                <a:gd name="T0" fmla="*/ 1920 w 1920"/>
                <a:gd name="T1" fmla="*/ 263 h 263"/>
                <a:gd name="T2" fmla="*/ 1155 w 1920"/>
                <a:gd name="T3" fmla="*/ 28 h 263"/>
                <a:gd name="T4" fmla="*/ 0 w 1920"/>
                <a:gd name="T5" fmla="*/ 59 h 263"/>
              </a:gdLst>
              <a:ahLst/>
              <a:cxnLst>
                <a:cxn ang="0">
                  <a:pos x="T0" y="T1"/>
                </a:cxn>
                <a:cxn ang="0">
                  <a:pos x="T2" y="T3"/>
                </a:cxn>
                <a:cxn ang="0">
                  <a:pos x="T4" y="T5"/>
                </a:cxn>
              </a:cxnLst>
              <a:rect l="0" t="0" r="r" b="b"/>
              <a:pathLst>
                <a:path w="1920" h="263">
                  <a:moveTo>
                    <a:pt x="1920" y="263"/>
                  </a:moveTo>
                  <a:cubicBezTo>
                    <a:pt x="1671" y="92"/>
                    <a:pt x="1458" y="53"/>
                    <a:pt x="1155" y="28"/>
                  </a:cubicBezTo>
                  <a:cubicBezTo>
                    <a:pt x="807" y="0"/>
                    <a:pt x="479" y="6"/>
                    <a:pt x="0" y="59"/>
                  </a:cubicBezTo>
                </a:path>
              </a:pathLst>
            </a:custGeom>
            <a:noFill/>
            <a:ln w="63500" cap="flat">
              <a:solidFill>
                <a:schemeClr val="accent1"/>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黑体" panose="02010609060101010101" pitchFamily="49" charset="-122"/>
                <a:ea typeface="黑体" panose="02010609060101010101" pitchFamily="49" charset="-122"/>
              </a:endParaRPr>
            </a:p>
          </p:txBody>
        </p:sp>
        <p:sp>
          <p:nvSpPr>
            <p:cNvPr id="52" name="Freeform 18"/>
            <p:cNvSpPr/>
            <p:nvPr/>
          </p:nvSpPr>
          <p:spPr bwMode="auto">
            <a:xfrm>
              <a:off x="6097588" y="3068638"/>
              <a:ext cx="6091238" cy="835025"/>
            </a:xfrm>
            <a:custGeom>
              <a:avLst/>
              <a:gdLst>
                <a:gd name="T0" fmla="*/ 0 w 1920"/>
                <a:gd name="T1" fmla="*/ 263 h 263"/>
                <a:gd name="T2" fmla="*/ 764 w 1920"/>
                <a:gd name="T3" fmla="*/ 28 h 263"/>
                <a:gd name="T4" fmla="*/ 1920 w 1920"/>
                <a:gd name="T5" fmla="*/ 59 h 263"/>
              </a:gdLst>
              <a:ahLst/>
              <a:cxnLst>
                <a:cxn ang="0">
                  <a:pos x="T0" y="T1"/>
                </a:cxn>
                <a:cxn ang="0">
                  <a:pos x="T2" y="T3"/>
                </a:cxn>
                <a:cxn ang="0">
                  <a:pos x="T4" y="T5"/>
                </a:cxn>
              </a:cxnLst>
              <a:rect l="0" t="0" r="r" b="b"/>
              <a:pathLst>
                <a:path w="1920" h="263">
                  <a:moveTo>
                    <a:pt x="0" y="263"/>
                  </a:moveTo>
                  <a:cubicBezTo>
                    <a:pt x="249" y="92"/>
                    <a:pt x="462" y="53"/>
                    <a:pt x="764" y="28"/>
                  </a:cubicBezTo>
                  <a:cubicBezTo>
                    <a:pt x="1112" y="0"/>
                    <a:pt x="1441" y="6"/>
                    <a:pt x="1920" y="59"/>
                  </a:cubicBezTo>
                </a:path>
              </a:pathLst>
            </a:custGeom>
            <a:noFill/>
            <a:ln w="63500" cap="flat">
              <a:solidFill>
                <a:schemeClr val="accent1"/>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黑体" panose="02010609060101010101" pitchFamily="49" charset="-122"/>
                <a:ea typeface="黑体" panose="02010609060101010101" pitchFamily="49" charset="-122"/>
              </a:endParaRPr>
            </a:p>
          </p:txBody>
        </p:sp>
        <p:sp>
          <p:nvSpPr>
            <p:cNvPr id="53" name="Freeform 19"/>
            <p:cNvSpPr/>
            <p:nvPr/>
          </p:nvSpPr>
          <p:spPr bwMode="auto">
            <a:xfrm>
              <a:off x="346075" y="2484438"/>
              <a:ext cx="5751513" cy="1419225"/>
            </a:xfrm>
            <a:custGeom>
              <a:avLst/>
              <a:gdLst>
                <a:gd name="T0" fmla="*/ 1813 w 1813"/>
                <a:gd name="T1" fmla="*/ 447 h 447"/>
                <a:gd name="T2" fmla="*/ 1000 w 1813"/>
                <a:gd name="T3" fmla="*/ 42 h 447"/>
                <a:gd name="T4" fmla="*/ 0 w 1813"/>
                <a:gd name="T5" fmla="*/ 82 h 447"/>
              </a:gdLst>
              <a:ahLst/>
              <a:cxnLst>
                <a:cxn ang="0">
                  <a:pos x="T0" y="T1"/>
                </a:cxn>
                <a:cxn ang="0">
                  <a:pos x="T2" y="T3"/>
                </a:cxn>
                <a:cxn ang="0">
                  <a:pos x="T4" y="T5"/>
                </a:cxn>
              </a:cxnLst>
              <a:rect l="0" t="0" r="r" b="b"/>
              <a:pathLst>
                <a:path w="1813" h="447">
                  <a:moveTo>
                    <a:pt x="1813" y="447"/>
                  </a:moveTo>
                  <a:cubicBezTo>
                    <a:pt x="1682" y="209"/>
                    <a:pt x="1314" y="90"/>
                    <a:pt x="1000" y="42"/>
                  </a:cubicBezTo>
                  <a:cubicBezTo>
                    <a:pt x="723" y="0"/>
                    <a:pt x="385" y="9"/>
                    <a:pt x="0" y="82"/>
                  </a:cubicBezTo>
                </a:path>
              </a:pathLst>
            </a:custGeom>
            <a:noFill/>
            <a:ln w="63500" cap="flat">
              <a:solidFill>
                <a:schemeClr val="accent1"/>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黑体" panose="02010609060101010101" pitchFamily="49" charset="-122"/>
                <a:ea typeface="黑体" panose="02010609060101010101" pitchFamily="49" charset="-122"/>
              </a:endParaRPr>
            </a:p>
          </p:txBody>
        </p:sp>
        <p:sp>
          <p:nvSpPr>
            <p:cNvPr id="54" name="Freeform 20"/>
            <p:cNvSpPr/>
            <p:nvPr/>
          </p:nvSpPr>
          <p:spPr bwMode="auto">
            <a:xfrm>
              <a:off x="765175" y="1903413"/>
              <a:ext cx="5332413" cy="2000250"/>
            </a:xfrm>
            <a:custGeom>
              <a:avLst/>
              <a:gdLst>
                <a:gd name="T0" fmla="*/ 1681 w 1681"/>
                <a:gd name="T1" fmla="*/ 630 h 630"/>
                <a:gd name="T2" fmla="*/ 891 w 1681"/>
                <a:gd name="T3" fmla="*/ 85 h 630"/>
                <a:gd name="T4" fmla="*/ 0 w 1681"/>
                <a:gd name="T5" fmla="*/ 22 h 630"/>
              </a:gdLst>
              <a:ahLst/>
              <a:cxnLst>
                <a:cxn ang="0">
                  <a:pos x="T0" y="T1"/>
                </a:cxn>
                <a:cxn ang="0">
                  <a:pos x="T2" y="T3"/>
                </a:cxn>
                <a:cxn ang="0">
                  <a:pos x="T4" y="T5"/>
                </a:cxn>
              </a:cxnLst>
              <a:rect l="0" t="0" r="r" b="b"/>
              <a:pathLst>
                <a:path w="1681" h="630">
                  <a:moveTo>
                    <a:pt x="1681" y="630"/>
                  </a:moveTo>
                  <a:cubicBezTo>
                    <a:pt x="1557" y="313"/>
                    <a:pt x="1212" y="170"/>
                    <a:pt x="891" y="85"/>
                  </a:cubicBezTo>
                  <a:cubicBezTo>
                    <a:pt x="620" y="13"/>
                    <a:pt x="311" y="0"/>
                    <a:pt x="0" y="22"/>
                  </a:cubicBezTo>
                </a:path>
              </a:pathLst>
            </a:custGeom>
            <a:noFill/>
            <a:ln w="63500" cap="flat">
              <a:solidFill>
                <a:schemeClr val="accent1"/>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黑体" panose="02010609060101010101" pitchFamily="49" charset="-122"/>
                <a:ea typeface="黑体" panose="02010609060101010101" pitchFamily="49" charset="-122"/>
              </a:endParaRPr>
            </a:p>
          </p:txBody>
        </p:sp>
        <p:sp>
          <p:nvSpPr>
            <p:cNvPr id="55" name="Freeform 21"/>
            <p:cNvSpPr/>
            <p:nvPr/>
          </p:nvSpPr>
          <p:spPr bwMode="auto">
            <a:xfrm>
              <a:off x="6097588" y="2878138"/>
              <a:ext cx="6091238" cy="1025525"/>
            </a:xfrm>
            <a:custGeom>
              <a:avLst/>
              <a:gdLst>
                <a:gd name="T0" fmla="*/ 0 w 1920"/>
                <a:gd name="T1" fmla="*/ 323 h 323"/>
                <a:gd name="T2" fmla="*/ 710 w 1920"/>
                <a:gd name="T3" fmla="*/ 38 h 323"/>
                <a:gd name="T4" fmla="*/ 1920 w 1920"/>
                <a:gd name="T5" fmla="*/ 86 h 323"/>
              </a:gdLst>
              <a:ahLst/>
              <a:cxnLst>
                <a:cxn ang="0">
                  <a:pos x="T0" y="T1"/>
                </a:cxn>
                <a:cxn ang="0">
                  <a:pos x="T2" y="T3"/>
                </a:cxn>
                <a:cxn ang="0">
                  <a:pos x="T4" y="T5"/>
                </a:cxn>
              </a:cxnLst>
              <a:rect l="0" t="0" r="r" b="b"/>
              <a:pathLst>
                <a:path w="1920" h="323">
                  <a:moveTo>
                    <a:pt x="0" y="323"/>
                  </a:moveTo>
                  <a:cubicBezTo>
                    <a:pt x="178" y="142"/>
                    <a:pt x="410" y="77"/>
                    <a:pt x="710" y="38"/>
                  </a:cubicBezTo>
                  <a:cubicBezTo>
                    <a:pt x="992" y="2"/>
                    <a:pt x="1425" y="0"/>
                    <a:pt x="1920" y="86"/>
                  </a:cubicBezTo>
                </a:path>
              </a:pathLst>
            </a:custGeom>
            <a:noFill/>
            <a:ln w="63500" cap="flat">
              <a:solidFill>
                <a:schemeClr val="accent1"/>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黑体" panose="02010609060101010101" pitchFamily="49" charset="-122"/>
                <a:ea typeface="黑体" panose="02010609060101010101" pitchFamily="49" charset="-122"/>
              </a:endParaRPr>
            </a:p>
          </p:txBody>
        </p:sp>
        <p:sp>
          <p:nvSpPr>
            <p:cNvPr id="56" name="Freeform 22"/>
            <p:cNvSpPr/>
            <p:nvPr/>
          </p:nvSpPr>
          <p:spPr bwMode="auto">
            <a:xfrm>
              <a:off x="6097588" y="2484438"/>
              <a:ext cx="5751513" cy="1419225"/>
            </a:xfrm>
            <a:custGeom>
              <a:avLst/>
              <a:gdLst>
                <a:gd name="T0" fmla="*/ 0 w 1813"/>
                <a:gd name="T1" fmla="*/ 447 h 447"/>
                <a:gd name="T2" fmla="*/ 813 w 1813"/>
                <a:gd name="T3" fmla="*/ 42 h 447"/>
                <a:gd name="T4" fmla="*/ 1813 w 1813"/>
                <a:gd name="T5" fmla="*/ 82 h 447"/>
              </a:gdLst>
              <a:ahLst/>
              <a:cxnLst>
                <a:cxn ang="0">
                  <a:pos x="T0" y="T1"/>
                </a:cxn>
                <a:cxn ang="0">
                  <a:pos x="T2" y="T3"/>
                </a:cxn>
                <a:cxn ang="0">
                  <a:pos x="T4" y="T5"/>
                </a:cxn>
              </a:cxnLst>
              <a:rect l="0" t="0" r="r" b="b"/>
              <a:pathLst>
                <a:path w="1813" h="447">
                  <a:moveTo>
                    <a:pt x="0" y="447"/>
                  </a:moveTo>
                  <a:cubicBezTo>
                    <a:pt x="130" y="209"/>
                    <a:pt x="498" y="90"/>
                    <a:pt x="813" y="42"/>
                  </a:cubicBezTo>
                  <a:cubicBezTo>
                    <a:pt x="1090" y="0"/>
                    <a:pt x="1428" y="9"/>
                    <a:pt x="1813" y="82"/>
                  </a:cubicBezTo>
                </a:path>
              </a:pathLst>
            </a:custGeom>
            <a:noFill/>
            <a:ln w="63500" cap="flat">
              <a:solidFill>
                <a:schemeClr val="accent1"/>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黑体" panose="02010609060101010101" pitchFamily="49" charset="-122"/>
                <a:ea typeface="黑体" panose="02010609060101010101" pitchFamily="49" charset="-122"/>
              </a:endParaRPr>
            </a:p>
          </p:txBody>
        </p:sp>
        <p:sp>
          <p:nvSpPr>
            <p:cNvPr id="57" name="Freeform 23"/>
            <p:cNvSpPr/>
            <p:nvPr/>
          </p:nvSpPr>
          <p:spPr bwMode="auto">
            <a:xfrm>
              <a:off x="6097588" y="1903413"/>
              <a:ext cx="5332413" cy="2000250"/>
            </a:xfrm>
            <a:custGeom>
              <a:avLst/>
              <a:gdLst>
                <a:gd name="T0" fmla="*/ 0 w 1681"/>
                <a:gd name="T1" fmla="*/ 630 h 630"/>
                <a:gd name="T2" fmla="*/ 790 w 1681"/>
                <a:gd name="T3" fmla="*/ 85 h 630"/>
                <a:gd name="T4" fmla="*/ 1681 w 1681"/>
                <a:gd name="T5" fmla="*/ 22 h 630"/>
              </a:gdLst>
              <a:ahLst/>
              <a:cxnLst>
                <a:cxn ang="0">
                  <a:pos x="T0" y="T1"/>
                </a:cxn>
                <a:cxn ang="0">
                  <a:pos x="T2" y="T3"/>
                </a:cxn>
                <a:cxn ang="0">
                  <a:pos x="T4" y="T5"/>
                </a:cxn>
              </a:cxnLst>
              <a:rect l="0" t="0" r="r" b="b"/>
              <a:pathLst>
                <a:path w="1681" h="630">
                  <a:moveTo>
                    <a:pt x="0" y="630"/>
                  </a:moveTo>
                  <a:cubicBezTo>
                    <a:pt x="124" y="313"/>
                    <a:pt x="469" y="170"/>
                    <a:pt x="790" y="85"/>
                  </a:cubicBezTo>
                  <a:cubicBezTo>
                    <a:pt x="1060" y="13"/>
                    <a:pt x="1369" y="0"/>
                    <a:pt x="1681" y="22"/>
                  </a:cubicBezTo>
                </a:path>
              </a:pathLst>
            </a:custGeom>
            <a:noFill/>
            <a:ln w="63500" cap="flat">
              <a:solidFill>
                <a:schemeClr val="accent1"/>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黑体" panose="02010609060101010101" pitchFamily="49" charset="-122"/>
                <a:ea typeface="黑体" panose="02010609060101010101" pitchFamily="49" charset="-122"/>
              </a:endParaRPr>
            </a:p>
          </p:txBody>
        </p:sp>
      </p:grpSp>
      <p:grpSp>
        <p:nvGrpSpPr>
          <p:cNvPr id="2" name="组合 1"/>
          <p:cNvGrpSpPr/>
          <p:nvPr/>
        </p:nvGrpSpPr>
        <p:grpSpPr bwMode="auto">
          <a:xfrm rot="18900000">
            <a:off x="4156685" y="1498750"/>
            <a:ext cx="718867" cy="722046"/>
            <a:chOff x="5394325" y="2859088"/>
            <a:chExt cx="358775" cy="360362"/>
          </a:xfrm>
          <a:solidFill>
            <a:srgbClr val="27506E"/>
          </a:solidFill>
        </p:grpSpPr>
        <p:sp>
          <p:nvSpPr>
            <p:cNvPr id="19" name="AutoShape 37"/>
            <p:cNvSpPr/>
            <p:nvPr/>
          </p:nvSpPr>
          <p:spPr bwMode="auto">
            <a:xfrm>
              <a:off x="5394485" y="2892265"/>
              <a:ext cx="327025" cy="325438"/>
            </a:xfrm>
            <a:custGeom>
              <a:avLst/>
              <a:gdLst>
                <a:gd name="T0" fmla="+- 0 10849 98"/>
                <a:gd name="T1" fmla="*/ T0 w 21502"/>
                <a:gd name="T2" fmla="*/ 10800 h 21600"/>
                <a:gd name="T3" fmla="+- 0 10849 98"/>
                <a:gd name="T4" fmla="*/ T3 w 21502"/>
                <a:gd name="T5" fmla="*/ 10800 h 21600"/>
                <a:gd name="T6" fmla="+- 0 10849 98"/>
                <a:gd name="T7" fmla="*/ T6 w 21502"/>
                <a:gd name="T8" fmla="*/ 10800 h 21600"/>
                <a:gd name="T9" fmla="+- 0 10849 98"/>
                <a:gd name="T10" fmla="*/ T9 w 21502"/>
                <a:gd name="T11" fmla="*/ 10800 h 21600"/>
              </a:gdLst>
              <a:ahLst/>
              <a:cxnLst>
                <a:cxn ang="0">
                  <a:pos x="T1" y="T2"/>
                </a:cxn>
                <a:cxn ang="0">
                  <a:pos x="T4" y="T5"/>
                </a:cxn>
                <a:cxn ang="0">
                  <a:pos x="T7" y="T8"/>
                </a:cxn>
                <a:cxn ang="0">
                  <a:pos x="T10" y="T11"/>
                </a:cxn>
              </a:cxnLst>
              <a:rect l="0" t="0" r="r" b="b"/>
              <a:pathLst>
                <a:path w="21502" h="21600">
                  <a:moveTo>
                    <a:pt x="19917" y="7880"/>
                  </a:moveTo>
                  <a:lnTo>
                    <a:pt x="18875" y="8932"/>
                  </a:lnTo>
                  <a:cubicBezTo>
                    <a:pt x="18730" y="9079"/>
                    <a:pt x="18497" y="9079"/>
                    <a:pt x="18353" y="8932"/>
                  </a:cubicBezTo>
                  <a:lnTo>
                    <a:pt x="17048" y="7617"/>
                  </a:lnTo>
                  <a:lnTo>
                    <a:pt x="15991" y="10290"/>
                  </a:lnTo>
                  <a:lnTo>
                    <a:pt x="16080" y="10064"/>
                  </a:lnTo>
                  <a:cubicBezTo>
                    <a:pt x="13859" y="7826"/>
                    <a:pt x="11601" y="7544"/>
                    <a:pt x="9565" y="7291"/>
                  </a:cubicBezTo>
                  <a:cubicBezTo>
                    <a:pt x="8910" y="7210"/>
                    <a:pt x="8276" y="7126"/>
                    <a:pt x="7652" y="6990"/>
                  </a:cubicBezTo>
                  <a:lnTo>
                    <a:pt x="13918" y="4456"/>
                  </a:lnTo>
                  <a:lnTo>
                    <a:pt x="12652" y="3179"/>
                  </a:lnTo>
                  <a:cubicBezTo>
                    <a:pt x="12508" y="3033"/>
                    <a:pt x="12508" y="2798"/>
                    <a:pt x="12652" y="2652"/>
                  </a:cubicBezTo>
                  <a:lnTo>
                    <a:pt x="13695" y="1598"/>
                  </a:lnTo>
                  <a:cubicBezTo>
                    <a:pt x="13840" y="1453"/>
                    <a:pt x="14073" y="1453"/>
                    <a:pt x="14217" y="1598"/>
                  </a:cubicBezTo>
                  <a:lnTo>
                    <a:pt x="19917" y="7353"/>
                  </a:lnTo>
                  <a:cubicBezTo>
                    <a:pt x="20062" y="7499"/>
                    <a:pt x="20062" y="7734"/>
                    <a:pt x="19917" y="7880"/>
                  </a:cubicBezTo>
                  <a:moveTo>
                    <a:pt x="12292" y="19639"/>
                  </a:moveTo>
                  <a:cubicBezTo>
                    <a:pt x="12200" y="19872"/>
                    <a:pt x="11999" y="20044"/>
                    <a:pt x="11756" y="20095"/>
                  </a:cubicBezTo>
                  <a:cubicBezTo>
                    <a:pt x="11700" y="20106"/>
                    <a:pt x="11643" y="20111"/>
                    <a:pt x="11587" y="20110"/>
                  </a:cubicBezTo>
                  <a:cubicBezTo>
                    <a:pt x="11400" y="20105"/>
                    <a:pt x="11219" y="20030"/>
                    <a:pt x="11084" y="19892"/>
                  </a:cubicBezTo>
                  <a:lnTo>
                    <a:pt x="1692" y="10517"/>
                  </a:lnTo>
                  <a:cubicBezTo>
                    <a:pt x="1519" y="10343"/>
                    <a:pt x="1443" y="10094"/>
                    <a:pt x="1488" y="9852"/>
                  </a:cubicBezTo>
                  <a:cubicBezTo>
                    <a:pt x="1533" y="9610"/>
                    <a:pt x="1695" y="9407"/>
                    <a:pt x="1917" y="9308"/>
                  </a:cubicBezTo>
                  <a:lnTo>
                    <a:pt x="6505" y="7453"/>
                  </a:lnTo>
                  <a:cubicBezTo>
                    <a:pt x="9597" y="8490"/>
                    <a:pt x="12689" y="7491"/>
                    <a:pt x="15781" y="10821"/>
                  </a:cubicBezTo>
                  <a:cubicBezTo>
                    <a:pt x="15781" y="10821"/>
                    <a:pt x="12292" y="19639"/>
                    <a:pt x="12292" y="19639"/>
                  </a:cubicBezTo>
                  <a:close/>
                  <a:moveTo>
                    <a:pt x="15260" y="545"/>
                  </a:moveTo>
                  <a:cubicBezTo>
                    <a:pt x="14912" y="193"/>
                    <a:pt x="14449" y="0"/>
                    <a:pt x="13956" y="0"/>
                  </a:cubicBezTo>
                  <a:cubicBezTo>
                    <a:pt x="13463" y="0"/>
                    <a:pt x="13000" y="193"/>
                    <a:pt x="12651" y="546"/>
                  </a:cubicBezTo>
                  <a:lnTo>
                    <a:pt x="11610" y="1598"/>
                  </a:lnTo>
                  <a:cubicBezTo>
                    <a:pt x="11261" y="1949"/>
                    <a:pt x="11068" y="2417"/>
                    <a:pt x="11068" y="2915"/>
                  </a:cubicBezTo>
                  <a:cubicBezTo>
                    <a:pt x="11068" y="3265"/>
                    <a:pt x="11164" y="3601"/>
                    <a:pt x="11342" y="3893"/>
                  </a:cubicBezTo>
                  <a:lnTo>
                    <a:pt x="1324" y="7944"/>
                  </a:lnTo>
                  <a:cubicBezTo>
                    <a:pt x="654" y="8241"/>
                    <a:pt x="173" y="8851"/>
                    <a:pt x="38" y="9575"/>
                  </a:cubicBezTo>
                  <a:cubicBezTo>
                    <a:pt x="-98" y="10302"/>
                    <a:pt x="130" y="11048"/>
                    <a:pt x="654" y="11576"/>
                  </a:cubicBezTo>
                  <a:lnTo>
                    <a:pt x="10041" y="20946"/>
                  </a:lnTo>
                  <a:cubicBezTo>
                    <a:pt x="10445" y="21354"/>
                    <a:pt x="10982" y="21586"/>
                    <a:pt x="11549" y="21599"/>
                  </a:cubicBezTo>
                  <a:cubicBezTo>
                    <a:pt x="11562" y="21599"/>
                    <a:pt x="11593" y="21599"/>
                    <a:pt x="11605" y="21599"/>
                  </a:cubicBezTo>
                  <a:cubicBezTo>
                    <a:pt x="11754" y="21599"/>
                    <a:pt x="11906" y="21584"/>
                    <a:pt x="12056" y="21553"/>
                  </a:cubicBezTo>
                  <a:cubicBezTo>
                    <a:pt x="12789" y="21399"/>
                    <a:pt x="13390" y="20888"/>
                    <a:pt x="13662" y="20191"/>
                  </a:cubicBezTo>
                  <a:lnTo>
                    <a:pt x="17604" y="10229"/>
                  </a:lnTo>
                  <a:cubicBezTo>
                    <a:pt x="17902" y="10426"/>
                    <a:pt x="18250" y="10532"/>
                    <a:pt x="18613" y="10532"/>
                  </a:cubicBezTo>
                  <a:cubicBezTo>
                    <a:pt x="19107" y="10532"/>
                    <a:pt x="19570" y="10338"/>
                    <a:pt x="19918" y="9986"/>
                  </a:cubicBezTo>
                  <a:lnTo>
                    <a:pt x="20957" y="8937"/>
                  </a:lnTo>
                  <a:cubicBezTo>
                    <a:pt x="21308" y="8585"/>
                    <a:pt x="21502" y="8116"/>
                    <a:pt x="21502" y="7617"/>
                  </a:cubicBezTo>
                  <a:cubicBezTo>
                    <a:pt x="21502" y="7117"/>
                    <a:pt x="21308" y="6648"/>
                    <a:pt x="20961" y="6300"/>
                  </a:cubicBezTo>
                  <a:cubicBezTo>
                    <a:pt x="20961" y="6300"/>
                    <a:pt x="15260" y="545"/>
                    <a:pt x="15260" y="545"/>
                  </a:cubicBezTo>
                  <a:close/>
                </a:path>
              </a:pathLst>
            </a:custGeom>
            <a:grpFill/>
            <a:ln>
              <a:noFill/>
            </a:ln>
            <a:effectLst/>
          </p:spPr>
          <p:txBody>
            <a:bodyPr lIns="19050" tIns="19050" rIns="19050" bIns="19050" anchor="ctr"/>
            <a:lstStyle/>
            <a:p>
              <a:pPr marL="0" marR="0" lvl="0" indent="0" algn="ctr" defTabSz="228600" eaLnBrk="1" fontAlgn="auto" latinLnBrk="0" hangingPunct="1">
                <a:lnSpc>
                  <a:spcPct val="100000"/>
                </a:lnSpc>
                <a:spcBef>
                  <a:spcPts val="0"/>
                </a:spcBef>
                <a:spcAft>
                  <a:spcPts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黑体" panose="02010609060101010101" pitchFamily="49" charset="-122"/>
                <a:ea typeface="黑体" panose="02010609060101010101" pitchFamily="49" charset="-122"/>
                <a:sym typeface="Gill Sans" charset="0"/>
              </a:endParaRPr>
            </a:p>
          </p:txBody>
        </p:sp>
        <p:sp>
          <p:nvSpPr>
            <p:cNvPr id="20" name="AutoShape 38"/>
            <p:cNvSpPr/>
            <p:nvPr/>
          </p:nvSpPr>
          <p:spPr bwMode="auto">
            <a:xfrm>
              <a:off x="5552105" y="3033377"/>
              <a:ext cx="55563" cy="5556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4320"/>
                  </a:moveTo>
                  <a:cubicBezTo>
                    <a:pt x="14381" y="4320"/>
                    <a:pt x="17279" y="7222"/>
                    <a:pt x="17279" y="10800"/>
                  </a:cubicBezTo>
                  <a:cubicBezTo>
                    <a:pt x="17279" y="14377"/>
                    <a:pt x="14381" y="17279"/>
                    <a:pt x="10800" y="17279"/>
                  </a:cubicBezTo>
                  <a:cubicBezTo>
                    <a:pt x="7218" y="17279"/>
                    <a:pt x="4319" y="14377"/>
                    <a:pt x="4319" y="10800"/>
                  </a:cubicBezTo>
                  <a:cubicBezTo>
                    <a:pt x="4319" y="7222"/>
                    <a:pt x="7218" y="4320"/>
                    <a:pt x="10800" y="4320"/>
                  </a:cubicBezTo>
                  <a:moveTo>
                    <a:pt x="10800" y="21599"/>
                  </a:moveTo>
                  <a:cubicBezTo>
                    <a:pt x="16752" y="21599"/>
                    <a:pt x="21600" y="16756"/>
                    <a:pt x="21600" y="10800"/>
                  </a:cubicBezTo>
                  <a:cubicBezTo>
                    <a:pt x="21600" y="4843"/>
                    <a:pt x="16752" y="0"/>
                    <a:pt x="10800" y="0"/>
                  </a:cubicBezTo>
                  <a:cubicBezTo>
                    <a:pt x="4847" y="0"/>
                    <a:pt x="0" y="4843"/>
                    <a:pt x="0" y="10800"/>
                  </a:cubicBezTo>
                  <a:cubicBezTo>
                    <a:pt x="0" y="16756"/>
                    <a:pt x="4847" y="21599"/>
                    <a:pt x="10800" y="21599"/>
                  </a:cubicBezTo>
                </a:path>
              </a:pathLst>
            </a:custGeom>
            <a:grpFill/>
            <a:ln>
              <a:noFill/>
            </a:ln>
            <a:effectLst/>
          </p:spPr>
          <p:txBody>
            <a:bodyPr lIns="19050" tIns="19050" rIns="19050" bIns="19050" anchor="ctr"/>
            <a:lstStyle/>
            <a:p>
              <a:pPr marL="0" marR="0" lvl="0" indent="0" algn="ctr" defTabSz="228600" eaLnBrk="1" fontAlgn="auto" latinLnBrk="0" hangingPunct="1">
                <a:lnSpc>
                  <a:spcPct val="100000"/>
                </a:lnSpc>
                <a:spcBef>
                  <a:spcPts val="0"/>
                </a:spcBef>
                <a:spcAft>
                  <a:spcPts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黑体" panose="02010609060101010101" pitchFamily="49" charset="-122"/>
                <a:ea typeface="黑体" panose="02010609060101010101" pitchFamily="49" charset="-122"/>
                <a:sym typeface="Gill Sans" charset="0"/>
              </a:endParaRPr>
            </a:p>
          </p:txBody>
        </p:sp>
        <p:sp>
          <p:nvSpPr>
            <p:cNvPr id="21" name="AutoShape 39"/>
            <p:cNvSpPr/>
            <p:nvPr/>
          </p:nvSpPr>
          <p:spPr bwMode="auto">
            <a:xfrm>
              <a:off x="5696350" y="2852417"/>
              <a:ext cx="55563" cy="5715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17279"/>
                  </a:moveTo>
                  <a:cubicBezTo>
                    <a:pt x="7218" y="17279"/>
                    <a:pt x="4320" y="14377"/>
                    <a:pt x="4320" y="10800"/>
                  </a:cubicBezTo>
                  <a:cubicBezTo>
                    <a:pt x="4320" y="7222"/>
                    <a:pt x="7218" y="4320"/>
                    <a:pt x="10800" y="4320"/>
                  </a:cubicBezTo>
                  <a:cubicBezTo>
                    <a:pt x="14381" y="4320"/>
                    <a:pt x="17280" y="7222"/>
                    <a:pt x="17280" y="10800"/>
                  </a:cubicBezTo>
                  <a:cubicBezTo>
                    <a:pt x="17280" y="14377"/>
                    <a:pt x="14381" y="17279"/>
                    <a:pt x="10800" y="17279"/>
                  </a:cubicBezTo>
                  <a:moveTo>
                    <a:pt x="10800" y="0"/>
                  </a:moveTo>
                  <a:cubicBezTo>
                    <a:pt x="4847" y="0"/>
                    <a:pt x="0" y="4843"/>
                    <a:pt x="0" y="10800"/>
                  </a:cubicBezTo>
                  <a:cubicBezTo>
                    <a:pt x="0" y="16756"/>
                    <a:pt x="4847" y="21599"/>
                    <a:pt x="10800" y="21599"/>
                  </a:cubicBezTo>
                  <a:cubicBezTo>
                    <a:pt x="16752" y="21599"/>
                    <a:pt x="21600" y="16756"/>
                    <a:pt x="21600" y="10800"/>
                  </a:cubicBezTo>
                  <a:cubicBezTo>
                    <a:pt x="21600" y="4843"/>
                    <a:pt x="16752" y="0"/>
                    <a:pt x="10800" y="0"/>
                  </a:cubicBezTo>
                </a:path>
              </a:pathLst>
            </a:custGeom>
            <a:grpFill/>
            <a:ln>
              <a:noFill/>
            </a:ln>
            <a:effectLst/>
          </p:spPr>
          <p:txBody>
            <a:bodyPr lIns="19050" tIns="19050" rIns="19050" bIns="19050" anchor="ctr"/>
            <a:lstStyle/>
            <a:p>
              <a:pPr marL="0" marR="0" lvl="0" indent="0" algn="ctr" defTabSz="228600" eaLnBrk="1" fontAlgn="auto" latinLnBrk="0" hangingPunct="1">
                <a:lnSpc>
                  <a:spcPct val="100000"/>
                </a:lnSpc>
                <a:spcBef>
                  <a:spcPts val="0"/>
                </a:spcBef>
                <a:spcAft>
                  <a:spcPts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黑体" panose="02010609060101010101" pitchFamily="49" charset="-122"/>
                <a:ea typeface="黑体" panose="02010609060101010101" pitchFamily="49" charset="-122"/>
                <a:sym typeface="Gill Sans" charset="0"/>
              </a:endParaRPr>
            </a:p>
          </p:txBody>
        </p:sp>
        <p:sp>
          <p:nvSpPr>
            <p:cNvPr id="22" name="AutoShape 40"/>
            <p:cNvSpPr/>
            <p:nvPr/>
          </p:nvSpPr>
          <p:spPr bwMode="auto">
            <a:xfrm>
              <a:off x="5483342" y="3020412"/>
              <a:ext cx="46038" cy="4445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5400"/>
                  </a:moveTo>
                  <a:cubicBezTo>
                    <a:pt x="13779" y="5400"/>
                    <a:pt x="16199" y="7815"/>
                    <a:pt x="16199" y="10800"/>
                  </a:cubicBezTo>
                  <a:cubicBezTo>
                    <a:pt x="16199" y="13784"/>
                    <a:pt x="13779" y="16200"/>
                    <a:pt x="10800" y="16200"/>
                  </a:cubicBezTo>
                  <a:cubicBezTo>
                    <a:pt x="7820" y="16200"/>
                    <a:pt x="5399" y="13784"/>
                    <a:pt x="5399" y="10800"/>
                  </a:cubicBezTo>
                  <a:cubicBezTo>
                    <a:pt x="5399" y="7815"/>
                    <a:pt x="7820" y="5400"/>
                    <a:pt x="10800" y="5400"/>
                  </a:cubicBezTo>
                  <a:moveTo>
                    <a:pt x="0" y="10800"/>
                  </a:moveTo>
                  <a:cubicBezTo>
                    <a:pt x="0" y="16753"/>
                    <a:pt x="4843" y="21599"/>
                    <a:pt x="10800" y="21599"/>
                  </a:cubicBezTo>
                  <a:cubicBezTo>
                    <a:pt x="16756" y="21599"/>
                    <a:pt x="21600" y="16753"/>
                    <a:pt x="21600" y="10800"/>
                  </a:cubicBezTo>
                  <a:cubicBezTo>
                    <a:pt x="21600" y="4846"/>
                    <a:pt x="16756" y="0"/>
                    <a:pt x="10800" y="0"/>
                  </a:cubicBezTo>
                  <a:cubicBezTo>
                    <a:pt x="4843" y="0"/>
                    <a:pt x="0" y="4846"/>
                    <a:pt x="0" y="10800"/>
                  </a:cubicBezTo>
                </a:path>
              </a:pathLst>
            </a:custGeom>
            <a:grpFill/>
            <a:ln>
              <a:noFill/>
            </a:ln>
            <a:effectLst/>
          </p:spPr>
          <p:txBody>
            <a:bodyPr lIns="19050" tIns="19050" rIns="19050" bIns="19050" anchor="ctr"/>
            <a:lstStyle/>
            <a:p>
              <a:pPr marL="0" marR="0" lvl="0" indent="0" algn="ctr" defTabSz="228600" eaLnBrk="1" fontAlgn="auto" latinLnBrk="0" hangingPunct="1">
                <a:lnSpc>
                  <a:spcPct val="100000"/>
                </a:lnSpc>
                <a:spcBef>
                  <a:spcPts val="0"/>
                </a:spcBef>
                <a:spcAft>
                  <a:spcPts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黑体" panose="02010609060101010101" pitchFamily="49" charset="-122"/>
                <a:ea typeface="黑体" panose="02010609060101010101" pitchFamily="49" charset="-122"/>
                <a:sym typeface="Gill Sans" charset="0"/>
              </a:endParaRPr>
            </a:p>
          </p:txBody>
        </p:sp>
        <p:sp>
          <p:nvSpPr>
            <p:cNvPr id="23" name="AutoShape 41"/>
            <p:cNvSpPr/>
            <p:nvPr/>
          </p:nvSpPr>
          <p:spPr bwMode="auto">
            <a:xfrm>
              <a:off x="5526118" y="3100560"/>
              <a:ext cx="22225" cy="2222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21599"/>
                  </a:moveTo>
                  <a:cubicBezTo>
                    <a:pt x="16758" y="21599"/>
                    <a:pt x="21600" y="16769"/>
                    <a:pt x="21600" y="10800"/>
                  </a:cubicBezTo>
                  <a:cubicBezTo>
                    <a:pt x="21600" y="4830"/>
                    <a:pt x="16758" y="0"/>
                    <a:pt x="10800" y="0"/>
                  </a:cubicBezTo>
                  <a:cubicBezTo>
                    <a:pt x="4841" y="0"/>
                    <a:pt x="0" y="4830"/>
                    <a:pt x="0" y="10800"/>
                  </a:cubicBezTo>
                  <a:cubicBezTo>
                    <a:pt x="0" y="16769"/>
                    <a:pt x="4841" y="21599"/>
                    <a:pt x="10800" y="21599"/>
                  </a:cubicBezTo>
                </a:path>
              </a:pathLst>
            </a:custGeom>
            <a:grpFill/>
            <a:ln>
              <a:noFill/>
            </a:ln>
            <a:effectLst/>
          </p:spPr>
          <p:txBody>
            <a:bodyPr lIns="19050" tIns="19050" rIns="19050" bIns="19050" anchor="ctr"/>
            <a:lstStyle/>
            <a:p>
              <a:pPr marL="0" marR="0" lvl="0" indent="0" algn="ctr" defTabSz="228600" eaLnBrk="1" fontAlgn="auto" latinLnBrk="0" hangingPunct="1">
                <a:lnSpc>
                  <a:spcPct val="100000"/>
                </a:lnSpc>
                <a:spcBef>
                  <a:spcPts val="0"/>
                </a:spcBef>
                <a:spcAft>
                  <a:spcPts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黑体" panose="02010609060101010101" pitchFamily="49" charset="-122"/>
                <a:ea typeface="黑体" panose="02010609060101010101" pitchFamily="49" charset="-122"/>
                <a:sym typeface="Gill Sans" charset="0"/>
              </a:endParaRPr>
            </a:p>
          </p:txBody>
        </p:sp>
        <p:sp>
          <p:nvSpPr>
            <p:cNvPr id="24" name="AutoShape 42"/>
            <p:cNvSpPr/>
            <p:nvPr/>
          </p:nvSpPr>
          <p:spPr bwMode="auto">
            <a:xfrm>
              <a:off x="5707968" y="2932180"/>
              <a:ext cx="22225" cy="2222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0"/>
                  </a:moveTo>
                  <a:cubicBezTo>
                    <a:pt x="4841" y="0"/>
                    <a:pt x="0" y="4830"/>
                    <a:pt x="0" y="10800"/>
                  </a:cubicBezTo>
                  <a:cubicBezTo>
                    <a:pt x="0" y="16769"/>
                    <a:pt x="4841" y="21599"/>
                    <a:pt x="10800" y="21599"/>
                  </a:cubicBezTo>
                  <a:cubicBezTo>
                    <a:pt x="16758" y="21599"/>
                    <a:pt x="21600" y="16769"/>
                    <a:pt x="21600" y="10800"/>
                  </a:cubicBezTo>
                  <a:cubicBezTo>
                    <a:pt x="21600" y="4830"/>
                    <a:pt x="16758" y="0"/>
                    <a:pt x="10800" y="0"/>
                  </a:cubicBezTo>
                </a:path>
              </a:pathLst>
            </a:custGeom>
            <a:grpFill/>
            <a:ln>
              <a:noFill/>
            </a:ln>
            <a:effectLst/>
          </p:spPr>
          <p:txBody>
            <a:bodyPr lIns="19050" tIns="19050" rIns="19050" bIns="19050" anchor="ctr"/>
            <a:lstStyle/>
            <a:p>
              <a:pPr marL="0" marR="0" lvl="0" indent="0" algn="ctr" defTabSz="228600" eaLnBrk="1" fontAlgn="auto" latinLnBrk="0" hangingPunct="1">
                <a:lnSpc>
                  <a:spcPct val="100000"/>
                </a:lnSpc>
                <a:spcBef>
                  <a:spcPts val="0"/>
                </a:spcBef>
                <a:spcAft>
                  <a:spcPts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黑体" panose="02010609060101010101" pitchFamily="49" charset="-122"/>
                <a:ea typeface="黑体" panose="02010609060101010101" pitchFamily="49" charset="-122"/>
                <a:sym typeface="Gill Sans" charset="0"/>
              </a:endParaRPr>
            </a:p>
          </p:txBody>
        </p:sp>
      </p:grpSp>
      <p:pic>
        <p:nvPicPr>
          <p:cNvPr id="4" name="图片 3"/>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8290290" y="64896"/>
            <a:ext cx="790862" cy="798578"/>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mc:Choice>
    <mc:Fallback>
      <p:transition spd="slow"/>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8" name="直接连接符 157"/>
          <p:cNvCxnSpPr/>
          <p:nvPr/>
        </p:nvCxnSpPr>
        <p:spPr>
          <a:xfrm>
            <a:off x="1005739" y="723317"/>
            <a:ext cx="275417"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64" name="图片 63"/>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8290290" y="64896"/>
            <a:ext cx="790862" cy="798578"/>
          </a:xfrm>
          <a:prstGeom prst="rect">
            <a:avLst/>
          </a:prstGeom>
        </p:spPr>
      </p:pic>
      <p:sp>
        <p:nvSpPr>
          <p:cNvPr id="2" name="文本框 1"/>
          <p:cNvSpPr txBox="1"/>
          <p:nvPr/>
        </p:nvSpPr>
        <p:spPr>
          <a:xfrm>
            <a:off x="311150" y="316230"/>
            <a:ext cx="1756410" cy="398780"/>
          </a:xfrm>
          <a:prstGeom prst="rect">
            <a:avLst/>
          </a:prstGeom>
          <a:noFill/>
        </p:spPr>
        <p:txBody>
          <a:bodyPr wrap="square">
            <a:spAutoFit/>
          </a:bodyPr>
          <a:lstStyle/>
          <a:p>
            <a:r>
              <a:rPr lang="zh-CN" altLang="en-US" sz="2000" b="1" dirty="0">
                <a:solidFill>
                  <a:srgbClr val="27506E"/>
                </a:solidFill>
                <a:latin typeface="宋体" panose="02010600030101010101" pitchFamily="2" charset="-122"/>
                <a:ea typeface="宋体" panose="02010600030101010101" pitchFamily="2" charset="-122"/>
              </a:rPr>
              <a:t>用户角色</a:t>
            </a:r>
            <a:r>
              <a:rPr lang="zh-CN" altLang="en-US" sz="2000" b="1" dirty="0">
                <a:solidFill>
                  <a:srgbClr val="27506E"/>
                </a:solidFill>
                <a:latin typeface="宋体" panose="02010600030101010101" pitchFamily="2" charset="-122"/>
                <a:ea typeface="宋体" panose="02010600030101010101" pitchFamily="2" charset="-122"/>
              </a:rPr>
              <a:t>需求</a:t>
            </a:r>
            <a:endParaRPr lang="zh-CN" altLang="en-US" sz="2000" b="1" dirty="0">
              <a:solidFill>
                <a:srgbClr val="27506E"/>
              </a:solidFill>
              <a:latin typeface="宋体" panose="02010600030101010101" pitchFamily="2" charset="-122"/>
              <a:ea typeface="宋体" panose="02010600030101010101" pitchFamily="2" charset="-122"/>
            </a:endParaRPr>
          </a:p>
        </p:txBody>
      </p:sp>
      <p:sp>
        <p:nvSpPr>
          <p:cNvPr id="35" name="标题 1"/>
          <p:cNvSpPr txBox="1"/>
          <p:nvPr>
            <p:custDataLst>
              <p:tags r:id="rId2"/>
            </p:custDataLst>
          </p:nvPr>
        </p:nvSpPr>
        <p:spPr>
          <a:xfrm>
            <a:off x="1623484" y="1057925"/>
            <a:ext cx="7160436" cy="1076017"/>
          </a:xfrm>
          <a:prstGeom prst="roundRect">
            <a:avLst>
              <a:gd name="adj" fmla="val 8527"/>
            </a:avLst>
          </a:prstGeom>
          <a:solidFill>
            <a:schemeClr val="bg1"/>
          </a:solidFill>
          <a:ln w="12700" cap="sq">
            <a:solidFill>
              <a:schemeClr val="accent1"/>
            </a:solidFill>
            <a:miter/>
          </a:ln>
        </p:spPr>
        <p:txBody>
          <a:bodyPr vert="horz" wrap="square" lIns="91440" tIns="45720" rIns="91440" bIns="45720" rtlCol="0" anchor="ctr"/>
          <a:p>
            <a:pPr algn="ctr">
              <a:lnSpc>
                <a:spcPct val="110000"/>
              </a:lnSpc>
            </a:pPr>
            <a:endParaRPr kumimoji="1" lang="zh-CN" altLang="en-US"/>
          </a:p>
        </p:txBody>
      </p:sp>
      <p:sp>
        <p:nvSpPr>
          <p:cNvPr id="36" name="标题 1"/>
          <p:cNvSpPr txBox="1"/>
          <p:nvPr>
            <p:custDataLst>
              <p:tags r:id="rId3"/>
            </p:custDataLst>
          </p:nvPr>
        </p:nvSpPr>
        <p:spPr>
          <a:xfrm>
            <a:off x="427982" y="1002280"/>
            <a:ext cx="1384018" cy="1198576"/>
          </a:xfrm>
          <a:custGeom>
            <a:avLst/>
            <a:gdLst>
              <a:gd name="connsiteX0" fmla="*/ 354270 w 2454443"/>
              <a:gd name="connsiteY0" fmla="*/ 0 h 2125579"/>
              <a:gd name="connsiteX1" fmla="*/ 733926 w 2454443"/>
              <a:gd name="connsiteY1" fmla="*/ 0 h 2125579"/>
              <a:gd name="connsiteX2" fmla="*/ 1062790 w 2454443"/>
              <a:gd name="connsiteY2" fmla="*/ 328864 h 2125579"/>
              <a:gd name="connsiteX3" fmla="*/ 1391654 w 2454443"/>
              <a:gd name="connsiteY3" fmla="*/ 0 h 2125579"/>
              <a:gd name="connsiteX4" fmla="*/ 1771309 w 2454443"/>
              <a:gd name="connsiteY4" fmla="*/ 0 h 2125579"/>
              <a:gd name="connsiteX5" fmla="*/ 2125579 w 2454443"/>
              <a:gd name="connsiteY5" fmla="*/ 354270 h 2125579"/>
              <a:gd name="connsiteX6" fmla="*/ 2125579 w 2454443"/>
              <a:gd name="connsiteY6" fmla="*/ 733926 h 2125579"/>
              <a:gd name="connsiteX7" fmla="*/ 2454443 w 2454443"/>
              <a:gd name="connsiteY7" fmla="*/ 1062790 h 2125579"/>
              <a:gd name="connsiteX8" fmla="*/ 2125579 w 2454443"/>
              <a:gd name="connsiteY8" fmla="*/ 1391654 h 2125579"/>
              <a:gd name="connsiteX9" fmla="*/ 2125579 w 2454443"/>
              <a:gd name="connsiteY9" fmla="*/ 1771309 h 2125579"/>
              <a:gd name="connsiteX10" fmla="*/ 1771309 w 2454443"/>
              <a:gd name="connsiteY10" fmla="*/ 2125579 h 2125579"/>
              <a:gd name="connsiteX11" fmla="*/ 354270 w 2454443"/>
              <a:gd name="connsiteY11" fmla="*/ 2125579 h 2125579"/>
              <a:gd name="connsiteX12" fmla="*/ 0 w 2454443"/>
              <a:gd name="connsiteY12" fmla="*/ 1771309 h 2125579"/>
              <a:gd name="connsiteX13" fmla="*/ 0 w 2454443"/>
              <a:gd name="connsiteY13" fmla="*/ 354270 h 2125579"/>
              <a:gd name="connsiteX14" fmla="*/ 354270 w 2454443"/>
              <a:gd name="connsiteY14" fmla="*/ 0 h 2125579"/>
            </a:gdLst>
            <a:ahLst/>
            <a:cxnLst/>
            <a:rect l="l" t="t" r="r" b="b"/>
            <a:pathLst>
              <a:path w="2454443" h="2125579">
                <a:moveTo>
                  <a:pt x="354270" y="0"/>
                </a:moveTo>
                <a:lnTo>
                  <a:pt x="733926" y="0"/>
                </a:lnTo>
                <a:cubicBezTo>
                  <a:pt x="733926" y="181627"/>
                  <a:pt x="881163" y="328864"/>
                  <a:pt x="1062790" y="328864"/>
                </a:cubicBezTo>
                <a:cubicBezTo>
                  <a:pt x="1244417" y="328864"/>
                  <a:pt x="1391654" y="181627"/>
                  <a:pt x="1391654" y="0"/>
                </a:cubicBezTo>
                <a:lnTo>
                  <a:pt x="1771309" y="0"/>
                </a:lnTo>
                <a:cubicBezTo>
                  <a:pt x="1966967" y="0"/>
                  <a:pt x="2125579" y="158612"/>
                  <a:pt x="2125579" y="354270"/>
                </a:cubicBezTo>
                <a:lnTo>
                  <a:pt x="2125579" y="733926"/>
                </a:lnTo>
                <a:cubicBezTo>
                  <a:pt x="2307206" y="733926"/>
                  <a:pt x="2454443" y="881163"/>
                  <a:pt x="2454443" y="1062790"/>
                </a:cubicBezTo>
                <a:cubicBezTo>
                  <a:pt x="2454443" y="1244417"/>
                  <a:pt x="2307206" y="1391654"/>
                  <a:pt x="2125579" y="1391654"/>
                </a:cubicBezTo>
                <a:lnTo>
                  <a:pt x="2125579" y="1771309"/>
                </a:lnTo>
                <a:cubicBezTo>
                  <a:pt x="2125579" y="1966967"/>
                  <a:pt x="1966967" y="2125579"/>
                  <a:pt x="1771309" y="2125579"/>
                </a:cubicBezTo>
                <a:lnTo>
                  <a:pt x="354270" y="2125579"/>
                </a:lnTo>
                <a:cubicBezTo>
                  <a:pt x="158612" y="2125579"/>
                  <a:pt x="0" y="1966967"/>
                  <a:pt x="0" y="1771309"/>
                </a:cubicBezTo>
                <a:lnTo>
                  <a:pt x="0" y="354270"/>
                </a:lnTo>
                <a:cubicBezTo>
                  <a:pt x="0" y="158612"/>
                  <a:pt x="158612" y="0"/>
                  <a:pt x="354270" y="0"/>
                </a:cubicBezTo>
                <a:close/>
              </a:path>
            </a:pathLst>
          </a:custGeom>
          <a:solidFill>
            <a:schemeClr val="accent1"/>
          </a:solidFill>
          <a:ln w="12700" cap="sq">
            <a:noFill/>
            <a:miter/>
          </a:ln>
        </p:spPr>
        <p:txBody>
          <a:bodyPr vert="horz" wrap="square" lIns="91440" tIns="45720" rIns="91440" bIns="45720" rtlCol="0" anchor="ctr"/>
          <a:p>
            <a:pPr algn="ctr">
              <a:lnSpc>
                <a:spcPct val="110000"/>
              </a:lnSpc>
            </a:pPr>
            <a:endParaRPr kumimoji="1" lang="zh-CN" altLang="en-US"/>
          </a:p>
        </p:txBody>
      </p:sp>
      <p:sp>
        <p:nvSpPr>
          <p:cNvPr id="37" name="标题 1"/>
          <p:cNvSpPr txBox="1"/>
          <p:nvPr>
            <p:custDataLst>
              <p:tags r:id="rId4"/>
            </p:custDataLst>
          </p:nvPr>
        </p:nvSpPr>
        <p:spPr>
          <a:xfrm>
            <a:off x="831404" y="1440416"/>
            <a:ext cx="449954" cy="393926"/>
          </a:xfrm>
          <a:custGeom>
            <a:avLst/>
            <a:gdLst>
              <a:gd name="connsiteX0" fmla="*/ 411292 w 822400"/>
              <a:gd name="connsiteY0" fmla="*/ 234366 h 720000"/>
              <a:gd name="connsiteX1" fmla="*/ 285658 w 822400"/>
              <a:gd name="connsiteY1" fmla="*/ 360000 h 720000"/>
              <a:gd name="connsiteX2" fmla="*/ 411292 w 822400"/>
              <a:gd name="connsiteY2" fmla="*/ 485635 h 720000"/>
              <a:gd name="connsiteX3" fmla="*/ 536927 w 822400"/>
              <a:gd name="connsiteY3" fmla="*/ 360000 h 720000"/>
              <a:gd name="connsiteX4" fmla="*/ 411292 w 822400"/>
              <a:gd name="connsiteY4" fmla="*/ 234366 h 720000"/>
              <a:gd name="connsiteX5" fmla="*/ 411292 w 822400"/>
              <a:gd name="connsiteY5" fmla="*/ 178938 h 720000"/>
              <a:gd name="connsiteX6" fmla="*/ 592354 w 822400"/>
              <a:gd name="connsiteY6" fmla="*/ 360000 h 720000"/>
              <a:gd name="connsiteX7" fmla="*/ 411292 w 822400"/>
              <a:gd name="connsiteY7" fmla="*/ 541063 h 720000"/>
              <a:gd name="connsiteX8" fmla="*/ 230230 w 822400"/>
              <a:gd name="connsiteY8" fmla="*/ 360000 h 720000"/>
              <a:gd name="connsiteX9" fmla="*/ 411292 w 822400"/>
              <a:gd name="connsiteY9" fmla="*/ 178938 h 720000"/>
              <a:gd name="connsiteX10" fmla="*/ 235403 w 822400"/>
              <a:gd name="connsiteY10" fmla="*/ 55427 h 720000"/>
              <a:gd name="connsiteX11" fmla="*/ 59514 w 822400"/>
              <a:gd name="connsiteY11" fmla="*/ 360000 h 720000"/>
              <a:gd name="connsiteX12" fmla="*/ 235403 w 822400"/>
              <a:gd name="connsiteY12" fmla="*/ 664573 h 720000"/>
              <a:gd name="connsiteX13" fmla="*/ 587089 w 822400"/>
              <a:gd name="connsiteY13" fmla="*/ 664573 h 720000"/>
              <a:gd name="connsiteX14" fmla="*/ 762978 w 822400"/>
              <a:gd name="connsiteY14" fmla="*/ 360000 h 720000"/>
              <a:gd name="connsiteX15" fmla="*/ 587089 w 822400"/>
              <a:gd name="connsiteY15" fmla="*/ 55427 h 720000"/>
              <a:gd name="connsiteX16" fmla="*/ 219883 w 822400"/>
              <a:gd name="connsiteY16" fmla="*/ 0 h 720000"/>
              <a:gd name="connsiteX17" fmla="*/ 602516 w 822400"/>
              <a:gd name="connsiteY17" fmla="*/ 0 h 720000"/>
              <a:gd name="connsiteX18" fmla="*/ 627274 w 822400"/>
              <a:gd name="connsiteY18" fmla="*/ 14319 h 720000"/>
              <a:gd name="connsiteX19" fmla="*/ 818590 w 822400"/>
              <a:gd name="connsiteY19" fmla="*/ 345682 h 720000"/>
              <a:gd name="connsiteX20" fmla="*/ 818590 w 822400"/>
              <a:gd name="connsiteY20" fmla="*/ 374319 h 720000"/>
              <a:gd name="connsiteX21" fmla="*/ 627366 w 822400"/>
              <a:gd name="connsiteY21" fmla="*/ 705682 h 720000"/>
              <a:gd name="connsiteX22" fmla="*/ 602608 w 822400"/>
              <a:gd name="connsiteY22" fmla="*/ 720000 h 720000"/>
              <a:gd name="connsiteX23" fmla="*/ 219976 w 822400"/>
              <a:gd name="connsiteY23" fmla="*/ 720000 h 720000"/>
              <a:gd name="connsiteX24" fmla="*/ 195218 w 822400"/>
              <a:gd name="connsiteY24" fmla="*/ 705682 h 720000"/>
              <a:gd name="connsiteX25" fmla="*/ 3810 w 822400"/>
              <a:gd name="connsiteY25" fmla="*/ 374319 h 720000"/>
              <a:gd name="connsiteX26" fmla="*/ 3810 w 822400"/>
              <a:gd name="connsiteY26" fmla="*/ 345682 h 720000"/>
              <a:gd name="connsiteX27" fmla="*/ 195126 w 822400"/>
              <a:gd name="connsiteY27" fmla="*/ 14319 h 720000"/>
              <a:gd name="connsiteX28" fmla="*/ 219883 w 822400"/>
              <a:gd name="connsiteY28" fmla="*/ 0 h 720000"/>
            </a:gdLst>
            <a:ahLst/>
            <a:cxnLst/>
            <a:rect l="l" t="t" r="r" b="b"/>
            <a:pathLst>
              <a:path w="822400" h="720000">
                <a:moveTo>
                  <a:pt x="411292" y="234366"/>
                </a:moveTo>
                <a:cubicBezTo>
                  <a:pt x="342008" y="234366"/>
                  <a:pt x="285658" y="290716"/>
                  <a:pt x="285658" y="360000"/>
                </a:cubicBezTo>
                <a:cubicBezTo>
                  <a:pt x="285658" y="429284"/>
                  <a:pt x="342008" y="485635"/>
                  <a:pt x="411292" y="485635"/>
                </a:cubicBezTo>
                <a:cubicBezTo>
                  <a:pt x="480576" y="485635"/>
                  <a:pt x="536927" y="429284"/>
                  <a:pt x="536927" y="360000"/>
                </a:cubicBezTo>
                <a:cubicBezTo>
                  <a:pt x="536927" y="290716"/>
                  <a:pt x="480576" y="234366"/>
                  <a:pt x="411292" y="234366"/>
                </a:cubicBezTo>
                <a:close/>
                <a:moveTo>
                  <a:pt x="411292" y="178938"/>
                </a:moveTo>
                <a:cubicBezTo>
                  <a:pt x="511153" y="178938"/>
                  <a:pt x="592354" y="260139"/>
                  <a:pt x="592354" y="360000"/>
                </a:cubicBezTo>
                <a:cubicBezTo>
                  <a:pt x="592354" y="459861"/>
                  <a:pt x="511153" y="541063"/>
                  <a:pt x="411292" y="541063"/>
                </a:cubicBezTo>
                <a:cubicBezTo>
                  <a:pt x="311431" y="541063"/>
                  <a:pt x="230230" y="459861"/>
                  <a:pt x="230230" y="360000"/>
                </a:cubicBezTo>
                <a:cubicBezTo>
                  <a:pt x="230230" y="260139"/>
                  <a:pt x="311431" y="178938"/>
                  <a:pt x="411292" y="178938"/>
                </a:cubicBezTo>
                <a:close/>
                <a:moveTo>
                  <a:pt x="235403" y="55427"/>
                </a:moveTo>
                <a:lnTo>
                  <a:pt x="59514" y="360000"/>
                </a:lnTo>
                <a:lnTo>
                  <a:pt x="235403" y="664573"/>
                </a:lnTo>
                <a:lnTo>
                  <a:pt x="587089" y="664573"/>
                </a:lnTo>
                <a:lnTo>
                  <a:pt x="762978" y="360000"/>
                </a:lnTo>
                <a:lnTo>
                  <a:pt x="587089" y="55427"/>
                </a:lnTo>
                <a:close/>
                <a:moveTo>
                  <a:pt x="219883" y="0"/>
                </a:moveTo>
                <a:lnTo>
                  <a:pt x="602516" y="0"/>
                </a:lnTo>
                <a:cubicBezTo>
                  <a:pt x="612678" y="0"/>
                  <a:pt x="622193" y="5450"/>
                  <a:pt x="627274" y="14319"/>
                </a:cubicBezTo>
                <a:lnTo>
                  <a:pt x="818590" y="345682"/>
                </a:lnTo>
                <a:cubicBezTo>
                  <a:pt x="823671" y="354550"/>
                  <a:pt x="823671" y="365451"/>
                  <a:pt x="818590" y="374319"/>
                </a:cubicBezTo>
                <a:lnTo>
                  <a:pt x="627366" y="705682"/>
                </a:lnTo>
                <a:cubicBezTo>
                  <a:pt x="622285" y="714550"/>
                  <a:pt x="612770" y="720000"/>
                  <a:pt x="602608" y="720000"/>
                </a:cubicBezTo>
                <a:lnTo>
                  <a:pt x="219976" y="720000"/>
                </a:lnTo>
                <a:cubicBezTo>
                  <a:pt x="209814" y="720000"/>
                  <a:pt x="200299" y="714550"/>
                  <a:pt x="195218" y="705682"/>
                </a:cubicBezTo>
                <a:lnTo>
                  <a:pt x="3810" y="374319"/>
                </a:lnTo>
                <a:cubicBezTo>
                  <a:pt x="-1271" y="365543"/>
                  <a:pt x="-1271" y="354550"/>
                  <a:pt x="3810" y="345682"/>
                </a:cubicBezTo>
                <a:lnTo>
                  <a:pt x="195126" y="14319"/>
                </a:lnTo>
                <a:cubicBezTo>
                  <a:pt x="200207" y="5450"/>
                  <a:pt x="209721" y="0"/>
                  <a:pt x="219883" y="0"/>
                </a:cubicBezTo>
                <a:close/>
              </a:path>
            </a:pathLst>
          </a:custGeom>
          <a:solidFill>
            <a:schemeClr val="bg1"/>
          </a:solidFill>
          <a:ln w="1553" cap="flat">
            <a:noFill/>
            <a:miter/>
          </a:ln>
        </p:spPr>
        <p:txBody>
          <a:bodyPr vert="horz" wrap="square" lIns="91440" tIns="45720" rIns="91440" bIns="45720" rtlCol="0" anchor="ctr"/>
          <a:p>
            <a:pPr algn="l">
              <a:lnSpc>
                <a:spcPct val="110000"/>
              </a:lnSpc>
            </a:pPr>
            <a:endParaRPr kumimoji="1" lang="zh-CN" altLang="en-US"/>
          </a:p>
        </p:txBody>
      </p:sp>
      <p:sp>
        <p:nvSpPr>
          <p:cNvPr id="38" name="标题 1"/>
          <p:cNvSpPr txBox="1"/>
          <p:nvPr>
            <p:custDataLst>
              <p:tags r:id="rId5"/>
            </p:custDataLst>
          </p:nvPr>
        </p:nvSpPr>
        <p:spPr>
          <a:xfrm>
            <a:off x="1905635" y="1440180"/>
            <a:ext cx="6685280" cy="532765"/>
          </a:xfrm>
          <a:prstGeom prst="rect">
            <a:avLst/>
          </a:prstGeom>
          <a:noFill/>
          <a:ln>
            <a:noFill/>
          </a:ln>
        </p:spPr>
        <p:txBody>
          <a:bodyPr vert="horz" wrap="square" lIns="0" tIns="0" rIns="0" bIns="0" rtlCol="0" anchor="t"/>
          <a:p>
            <a:pPr indent="0" algn="l" fontAlgn="auto">
              <a:lnSpc>
                <a:spcPct val="100000"/>
              </a:lnSpc>
            </a:pPr>
            <a:r>
              <a:rPr kumimoji="1" lang="en-US" altLang="zh-CN" sz="1400">
                <a:ln w="12700">
                  <a:noFill/>
                </a:ln>
                <a:solidFill>
                  <a:srgbClr val="262626">
                    <a:alpha val="100000"/>
                  </a:srgbClr>
                </a:solidFill>
                <a:latin typeface="Source Han Sans" panose="020B0400000000000000" charset="-122"/>
                <a:ea typeface="Source Han Sans" panose="020B0400000000000000" charset="-122"/>
                <a:cs typeface="Source Han Sans" panose="020B0400000000000000" charset="-122"/>
              </a:rPr>
              <a:t>客户希望系统能够提供便捷的个人信息查询与修改功能，包括查看自己的健康档案、护理计划、膳食计划等，同时能够方便地进行服务预约和接收相关通知提醒。</a:t>
            </a:r>
            <a:endParaRPr kumimoji="1" lang="zh-CN" altLang="en-US"/>
          </a:p>
        </p:txBody>
      </p:sp>
      <p:sp>
        <p:nvSpPr>
          <p:cNvPr id="39" name="标题 1"/>
          <p:cNvSpPr txBox="1"/>
          <p:nvPr>
            <p:custDataLst>
              <p:tags r:id="rId6"/>
            </p:custDataLst>
          </p:nvPr>
        </p:nvSpPr>
        <p:spPr>
          <a:xfrm>
            <a:off x="1619674" y="2441530"/>
            <a:ext cx="7156383" cy="1076017"/>
          </a:xfrm>
          <a:prstGeom prst="roundRect">
            <a:avLst>
              <a:gd name="adj" fmla="val 8527"/>
            </a:avLst>
          </a:prstGeom>
          <a:solidFill>
            <a:schemeClr val="bg1"/>
          </a:solidFill>
          <a:ln w="12700" cap="sq">
            <a:solidFill>
              <a:schemeClr val="accent2"/>
            </a:solidFill>
            <a:miter/>
          </a:ln>
        </p:spPr>
        <p:txBody>
          <a:bodyPr vert="horz" wrap="square" lIns="91440" tIns="45720" rIns="91440" bIns="45720" rtlCol="0" anchor="ctr"/>
          <a:p>
            <a:pPr algn="ctr">
              <a:lnSpc>
                <a:spcPct val="110000"/>
              </a:lnSpc>
            </a:pPr>
            <a:endParaRPr kumimoji="1" lang="zh-CN" altLang="en-US"/>
          </a:p>
        </p:txBody>
      </p:sp>
      <p:sp>
        <p:nvSpPr>
          <p:cNvPr id="40" name="标题 1"/>
          <p:cNvSpPr txBox="1"/>
          <p:nvPr>
            <p:custDataLst>
              <p:tags r:id="rId7"/>
            </p:custDataLst>
          </p:nvPr>
        </p:nvSpPr>
        <p:spPr>
          <a:xfrm>
            <a:off x="427982" y="2387790"/>
            <a:ext cx="1384018" cy="1198576"/>
          </a:xfrm>
          <a:custGeom>
            <a:avLst/>
            <a:gdLst>
              <a:gd name="connsiteX0" fmla="*/ 354270 w 2454443"/>
              <a:gd name="connsiteY0" fmla="*/ 0 h 2125579"/>
              <a:gd name="connsiteX1" fmla="*/ 733926 w 2454443"/>
              <a:gd name="connsiteY1" fmla="*/ 0 h 2125579"/>
              <a:gd name="connsiteX2" fmla="*/ 1062790 w 2454443"/>
              <a:gd name="connsiteY2" fmla="*/ 328864 h 2125579"/>
              <a:gd name="connsiteX3" fmla="*/ 1391654 w 2454443"/>
              <a:gd name="connsiteY3" fmla="*/ 0 h 2125579"/>
              <a:gd name="connsiteX4" fmla="*/ 1771309 w 2454443"/>
              <a:gd name="connsiteY4" fmla="*/ 0 h 2125579"/>
              <a:gd name="connsiteX5" fmla="*/ 2125579 w 2454443"/>
              <a:gd name="connsiteY5" fmla="*/ 354270 h 2125579"/>
              <a:gd name="connsiteX6" fmla="*/ 2125579 w 2454443"/>
              <a:gd name="connsiteY6" fmla="*/ 733926 h 2125579"/>
              <a:gd name="connsiteX7" fmla="*/ 2454443 w 2454443"/>
              <a:gd name="connsiteY7" fmla="*/ 1062790 h 2125579"/>
              <a:gd name="connsiteX8" fmla="*/ 2125579 w 2454443"/>
              <a:gd name="connsiteY8" fmla="*/ 1391654 h 2125579"/>
              <a:gd name="connsiteX9" fmla="*/ 2125579 w 2454443"/>
              <a:gd name="connsiteY9" fmla="*/ 1771309 h 2125579"/>
              <a:gd name="connsiteX10" fmla="*/ 1771309 w 2454443"/>
              <a:gd name="connsiteY10" fmla="*/ 2125579 h 2125579"/>
              <a:gd name="connsiteX11" fmla="*/ 354270 w 2454443"/>
              <a:gd name="connsiteY11" fmla="*/ 2125579 h 2125579"/>
              <a:gd name="connsiteX12" fmla="*/ 0 w 2454443"/>
              <a:gd name="connsiteY12" fmla="*/ 1771309 h 2125579"/>
              <a:gd name="connsiteX13" fmla="*/ 0 w 2454443"/>
              <a:gd name="connsiteY13" fmla="*/ 354270 h 2125579"/>
              <a:gd name="connsiteX14" fmla="*/ 354270 w 2454443"/>
              <a:gd name="connsiteY14" fmla="*/ 0 h 2125579"/>
            </a:gdLst>
            <a:ahLst/>
            <a:cxnLst/>
            <a:rect l="l" t="t" r="r" b="b"/>
            <a:pathLst>
              <a:path w="2454443" h="2125579">
                <a:moveTo>
                  <a:pt x="354270" y="0"/>
                </a:moveTo>
                <a:lnTo>
                  <a:pt x="733926" y="0"/>
                </a:lnTo>
                <a:cubicBezTo>
                  <a:pt x="733926" y="181627"/>
                  <a:pt x="881163" y="328864"/>
                  <a:pt x="1062790" y="328864"/>
                </a:cubicBezTo>
                <a:cubicBezTo>
                  <a:pt x="1244417" y="328864"/>
                  <a:pt x="1391654" y="181627"/>
                  <a:pt x="1391654" y="0"/>
                </a:cubicBezTo>
                <a:lnTo>
                  <a:pt x="1771309" y="0"/>
                </a:lnTo>
                <a:cubicBezTo>
                  <a:pt x="1966967" y="0"/>
                  <a:pt x="2125579" y="158612"/>
                  <a:pt x="2125579" y="354270"/>
                </a:cubicBezTo>
                <a:lnTo>
                  <a:pt x="2125579" y="733926"/>
                </a:lnTo>
                <a:cubicBezTo>
                  <a:pt x="2307206" y="733926"/>
                  <a:pt x="2454443" y="881163"/>
                  <a:pt x="2454443" y="1062790"/>
                </a:cubicBezTo>
                <a:cubicBezTo>
                  <a:pt x="2454443" y="1244417"/>
                  <a:pt x="2307206" y="1391654"/>
                  <a:pt x="2125579" y="1391654"/>
                </a:cubicBezTo>
                <a:lnTo>
                  <a:pt x="2125579" y="1771309"/>
                </a:lnTo>
                <a:cubicBezTo>
                  <a:pt x="2125579" y="1966967"/>
                  <a:pt x="1966967" y="2125579"/>
                  <a:pt x="1771309" y="2125579"/>
                </a:cubicBezTo>
                <a:lnTo>
                  <a:pt x="354270" y="2125579"/>
                </a:lnTo>
                <a:cubicBezTo>
                  <a:pt x="158612" y="2125579"/>
                  <a:pt x="0" y="1966967"/>
                  <a:pt x="0" y="1771309"/>
                </a:cubicBezTo>
                <a:lnTo>
                  <a:pt x="0" y="354270"/>
                </a:lnTo>
                <a:cubicBezTo>
                  <a:pt x="0" y="158612"/>
                  <a:pt x="158612" y="0"/>
                  <a:pt x="354270" y="0"/>
                </a:cubicBezTo>
                <a:close/>
              </a:path>
            </a:pathLst>
          </a:custGeom>
          <a:solidFill>
            <a:schemeClr val="accent2"/>
          </a:solidFill>
          <a:ln w="12700" cap="sq">
            <a:noFill/>
            <a:miter/>
          </a:ln>
        </p:spPr>
        <p:txBody>
          <a:bodyPr vert="horz" wrap="square" lIns="91440" tIns="45720" rIns="91440" bIns="45720" rtlCol="0" anchor="ctr"/>
          <a:p>
            <a:pPr algn="ctr">
              <a:lnSpc>
                <a:spcPct val="110000"/>
              </a:lnSpc>
            </a:pPr>
            <a:endParaRPr kumimoji="1" lang="zh-CN" altLang="en-US"/>
          </a:p>
        </p:txBody>
      </p:sp>
      <p:sp>
        <p:nvSpPr>
          <p:cNvPr id="41" name="标题 1"/>
          <p:cNvSpPr txBox="1"/>
          <p:nvPr>
            <p:custDataLst>
              <p:tags r:id="rId8"/>
            </p:custDataLst>
          </p:nvPr>
        </p:nvSpPr>
        <p:spPr>
          <a:xfrm>
            <a:off x="831404" y="2783516"/>
            <a:ext cx="449954" cy="407934"/>
          </a:xfrm>
          <a:custGeom>
            <a:avLst/>
            <a:gdLst>
              <a:gd name="connsiteX0" fmla="*/ 351048 w 1543905"/>
              <a:gd name="connsiteY0" fmla="*/ 523317 h 1399728"/>
              <a:gd name="connsiteX1" fmla="*/ 351048 w 1543905"/>
              <a:gd name="connsiteY1" fmla="*/ 523317 h 1399728"/>
              <a:gd name="connsiteX2" fmla="*/ 351420 w 1543905"/>
              <a:gd name="connsiteY2" fmla="*/ 523503 h 1399728"/>
              <a:gd name="connsiteX3" fmla="*/ 351420 w 1543905"/>
              <a:gd name="connsiteY3" fmla="*/ 1020031 h 1399728"/>
              <a:gd name="connsiteX4" fmla="*/ 351048 w 1543905"/>
              <a:gd name="connsiteY4" fmla="*/ 1020403 h 1399728"/>
              <a:gd name="connsiteX5" fmla="*/ 163525 w 1543905"/>
              <a:gd name="connsiteY5" fmla="*/ 1020403 h 1399728"/>
              <a:gd name="connsiteX6" fmla="*/ 163153 w 1543905"/>
              <a:gd name="connsiteY6" fmla="*/ 1020031 h 1399728"/>
              <a:gd name="connsiteX7" fmla="*/ 163153 w 1543905"/>
              <a:gd name="connsiteY7" fmla="*/ 523503 h 1399728"/>
              <a:gd name="connsiteX8" fmla="*/ 163153 w 1543905"/>
              <a:gd name="connsiteY8" fmla="*/ 523317 h 1399728"/>
              <a:gd name="connsiteX9" fmla="*/ 163339 w 1543905"/>
              <a:gd name="connsiteY9" fmla="*/ 523131 h 1399728"/>
              <a:gd name="connsiteX10" fmla="*/ 351048 w 1543905"/>
              <a:gd name="connsiteY10" fmla="*/ 523131 h 1399728"/>
              <a:gd name="connsiteX11" fmla="*/ 351048 w 1543905"/>
              <a:gd name="connsiteY11" fmla="*/ 411696 h 1399728"/>
              <a:gd name="connsiteX12" fmla="*/ 163339 w 1543905"/>
              <a:gd name="connsiteY12" fmla="*/ 411696 h 1399728"/>
              <a:gd name="connsiteX13" fmla="*/ 51346 w 1543905"/>
              <a:gd name="connsiteY13" fmla="*/ 523689 h 1399728"/>
              <a:gd name="connsiteX14" fmla="*/ 51346 w 1543905"/>
              <a:gd name="connsiteY14" fmla="*/ 1020217 h 1399728"/>
              <a:gd name="connsiteX15" fmla="*/ 163339 w 1543905"/>
              <a:gd name="connsiteY15" fmla="*/ 1132210 h 1399728"/>
              <a:gd name="connsiteX16" fmla="*/ 351048 w 1543905"/>
              <a:gd name="connsiteY16" fmla="*/ 1132210 h 1399728"/>
              <a:gd name="connsiteX17" fmla="*/ 463042 w 1543905"/>
              <a:gd name="connsiteY17" fmla="*/ 1020217 h 1399728"/>
              <a:gd name="connsiteX18" fmla="*/ 463042 w 1543905"/>
              <a:gd name="connsiteY18" fmla="*/ 523503 h 1399728"/>
              <a:gd name="connsiteX19" fmla="*/ 351048 w 1543905"/>
              <a:gd name="connsiteY19" fmla="*/ 411696 h 1399728"/>
              <a:gd name="connsiteX20" fmla="*/ 865808 w 1543905"/>
              <a:gd name="connsiteY20" fmla="*/ 111621 h 1399728"/>
              <a:gd name="connsiteX21" fmla="*/ 866180 w 1543905"/>
              <a:gd name="connsiteY21" fmla="*/ 111807 h 1399728"/>
              <a:gd name="connsiteX22" fmla="*/ 866180 w 1543905"/>
              <a:gd name="connsiteY22" fmla="*/ 1020031 h 1399728"/>
              <a:gd name="connsiteX23" fmla="*/ 865808 w 1543905"/>
              <a:gd name="connsiteY23" fmla="*/ 1020403 h 1399728"/>
              <a:gd name="connsiteX24" fmla="*/ 678284 w 1543905"/>
              <a:gd name="connsiteY24" fmla="*/ 1020403 h 1399728"/>
              <a:gd name="connsiteX25" fmla="*/ 677912 w 1543905"/>
              <a:gd name="connsiteY25" fmla="*/ 1020031 h 1399728"/>
              <a:gd name="connsiteX26" fmla="*/ 677912 w 1543905"/>
              <a:gd name="connsiteY26" fmla="*/ 111993 h 1399728"/>
              <a:gd name="connsiteX27" fmla="*/ 677912 w 1543905"/>
              <a:gd name="connsiteY27" fmla="*/ 111807 h 1399728"/>
              <a:gd name="connsiteX28" fmla="*/ 678098 w 1543905"/>
              <a:gd name="connsiteY28" fmla="*/ 111621 h 1399728"/>
              <a:gd name="connsiteX29" fmla="*/ 865808 w 1543905"/>
              <a:gd name="connsiteY29" fmla="*/ 111621 h 1399728"/>
              <a:gd name="connsiteX30" fmla="*/ 865808 w 1543905"/>
              <a:gd name="connsiteY30" fmla="*/ 0 h 1399728"/>
              <a:gd name="connsiteX31" fmla="*/ 677912 w 1543905"/>
              <a:gd name="connsiteY31" fmla="*/ 0 h 1399728"/>
              <a:gd name="connsiteX32" fmla="*/ 565919 w 1543905"/>
              <a:gd name="connsiteY32" fmla="*/ 111993 h 1399728"/>
              <a:gd name="connsiteX33" fmla="*/ 565919 w 1543905"/>
              <a:gd name="connsiteY33" fmla="*/ 1020217 h 1399728"/>
              <a:gd name="connsiteX34" fmla="*/ 677912 w 1543905"/>
              <a:gd name="connsiteY34" fmla="*/ 1132210 h 1399728"/>
              <a:gd name="connsiteX35" fmla="*/ 865622 w 1543905"/>
              <a:gd name="connsiteY35" fmla="*/ 1132210 h 1399728"/>
              <a:gd name="connsiteX36" fmla="*/ 977615 w 1543905"/>
              <a:gd name="connsiteY36" fmla="*/ 1020217 h 1399728"/>
              <a:gd name="connsiteX37" fmla="*/ 977615 w 1543905"/>
              <a:gd name="connsiteY37" fmla="*/ 111993 h 1399728"/>
              <a:gd name="connsiteX38" fmla="*/ 865808 w 1543905"/>
              <a:gd name="connsiteY38" fmla="*/ 0 h 1399728"/>
              <a:gd name="connsiteX39" fmla="*/ 1380381 w 1543905"/>
              <a:gd name="connsiteY39" fmla="*/ 729072 h 1399728"/>
              <a:gd name="connsiteX40" fmla="*/ 1380753 w 1543905"/>
              <a:gd name="connsiteY40" fmla="*/ 729258 h 1399728"/>
              <a:gd name="connsiteX41" fmla="*/ 1380753 w 1543905"/>
              <a:gd name="connsiteY41" fmla="*/ 1020031 h 1399728"/>
              <a:gd name="connsiteX42" fmla="*/ 1380381 w 1543905"/>
              <a:gd name="connsiteY42" fmla="*/ 1020403 h 1399728"/>
              <a:gd name="connsiteX43" fmla="*/ 1192858 w 1543905"/>
              <a:gd name="connsiteY43" fmla="*/ 1020403 h 1399728"/>
              <a:gd name="connsiteX44" fmla="*/ 1192485 w 1543905"/>
              <a:gd name="connsiteY44" fmla="*/ 1020031 h 1399728"/>
              <a:gd name="connsiteX45" fmla="*/ 1192485 w 1543905"/>
              <a:gd name="connsiteY45" fmla="*/ 729444 h 1399728"/>
              <a:gd name="connsiteX46" fmla="*/ 1192485 w 1543905"/>
              <a:gd name="connsiteY46" fmla="*/ 729258 h 1399728"/>
              <a:gd name="connsiteX47" fmla="*/ 1192671 w 1543905"/>
              <a:gd name="connsiteY47" fmla="*/ 729072 h 1399728"/>
              <a:gd name="connsiteX48" fmla="*/ 1380381 w 1543905"/>
              <a:gd name="connsiteY48" fmla="*/ 729072 h 1399728"/>
              <a:gd name="connsiteX49" fmla="*/ 1380381 w 1543905"/>
              <a:gd name="connsiteY49" fmla="*/ 617451 h 1399728"/>
              <a:gd name="connsiteX50" fmla="*/ 1192671 w 1543905"/>
              <a:gd name="connsiteY50" fmla="*/ 617451 h 1399728"/>
              <a:gd name="connsiteX51" fmla="*/ 1080678 w 1543905"/>
              <a:gd name="connsiteY51" fmla="*/ 729444 h 1399728"/>
              <a:gd name="connsiteX52" fmla="*/ 1080678 w 1543905"/>
              <a:gd name="connsiteY52" fmla="*/ 1020031 h 1399728"/>
              <a:gd name="connsiteX53" fmla="*/ 1192671 w 1543905"/>
              <a:gd name="connsiteY53" fmla="*/ 1132024 h 1399728"/>
              <a:gd name="connsiteX54" fmla="*/ 1380381 w 1543905"/>
              <a:gd name="connsiteY54" fmla="*/ 1132024 h 1399728"/>
              <a:gd name="connsiteX55" fmla="*/ 1492374 w 1543905"/>
              <a:gd name="connsiteY55" fmla="*/ 1020031 h 1399728"/>
              <a:gd name="connsiteX56" fmla="*/ 1492374 w 1543905"/>
              <a:gd name="connsiteY56" fmla="*/ 729444 h 1399728"/>
              <a:gd name="connsiteX57" fmla="*/ 1380381 w 1543905"/>
              <a:gd name="connsiteY57" fmla="*/ 617451 h 1399728"/>
              <a:gd name="connsiteX58" fmla="*/ 1481956 w 1543905"/>
              <a:gd name="connsiteY58" fmla="*/ 1276201 h 1399728"/>
              <a:gd name="connsiteX59" fmla="*/ 61764 w 1543905"/>
              <a:gd name="connsiteY59" fmla="*/ 1276201 h 1399728"/>
              <a:gd name="connsiteX60" fmla="*/ 0 w 1543905"/>
              <a:gd name="connsiteY60" fmla="*/ 1337965 h 1399728"/>
              <a:gd name="connsiteX61" fmla="*/ 61764 w 1543905"/>
              <a:gd name="connsiteY61" fmla="*/ 1399729 h 1399728"/>
              <a:gd name="connsiteX62" fmla="*/ 1482142 w 1543905"/>
              <a:gd name="connsiteY62" fmla="*/ 1399729 h 1399728"/>
              <a:gd name="connsiteX63" fmla="*/ 1543906 w 1543905"/>
              <a:gd name="connsiteY63" fmla="*/ 1337965 h 1399728"/>
              <a:gd name="connsiteX64" fmla="*/ 1481956 w 1543905"/>
              <a:gd name="connsiteY64" fmla="*/ 1276201 h 1399728"/>
            </a:gdLst>
            <a:ahLst/>
            <a:cxnLst/>
            <a:rect l="l" t="t" r="r" b="b"/>
            <a:pathLst>
              <a:path w="1543905" h="1399728">
                <a:moveTo>
                  <a:pt x="351048" y="523317"/>
                </a:moveTo>
                <a:cubicBezTo>
                  <a:pt x="351234" y="523317"/>
                  <a:pt x="351234" y="523317"/>
                  <a:pt x="351048" y="523317"/>
                </a:cubicBezTo>
                <a:cubicBezTo>
                  <a:pt x="351234" y="523317"/>
                  <a:pt x="351420" y="523503"/>
                  <a:pt x="351420" y="523503"/>
                </a:cubicBezTo>
                <a:lnTo>
                  <a:pt x="351420" y="1020031"/>
                </a:lnTo>
                <a:lnTo>
                  <a:pt x="351048" y="1020403"/>
                </a:lnTo>
                <a:lnTo>
                  <a:pt x="163525" y="1020403"/>
                </a:lnTo>
                <a:lnTo>
                  <a:pt x="163153" y="1020031"/>
                </a:lnTo>
                <a:lnTo>
                  <a:pt x="163153" y="523503"/>
                </a:lnTo>
                <a:lnTo>
                  <a:pt x="163153" y="523317"/>
                </a:lnTo>
                <a:lnTo>
                  <a:pt x="163339" y="523131"/>
                </a:lnTo>
                <a:lnTo>
                  <a:pt x="351048" y="523131"/>
                </a:lnTo>
                <a:moveTo>
                  <a:pt x="351048" y="411696"/>
                </a:moveTo>
                <a:lnTo>
                  <a:pt x="163339" y="411696"/>
                </a:lnTo>
                <a:cubicBezTo>
                  <a:pt x="101575" y="411696"/>
                  <a:pt x="51346" y="461739"/>
                  <a:pt x="51346" y="523689"/>
                </a:cubicBezTo>
                <a:lnTo>
                  <a:pt x="51346" y="1020217"/>
                </a:lnTo>
                <a:cubicBezTo>
                  <a:pt x="51346" y="1081795"/>
                  <a:pt x="101761" y="1132210"/>
                  <a:pt x="163339" y="1132210"/>
                </a:cubicBezTo>
                <a:lnTo>
                  <a:pt x="351048" y="1132210"/>
                </a:lnTo>
                <a:cubicBezTo>
                  <a:pt x="412626" y="1132210"/>
                  <a:pt x="463042" y="1081795"/>
                  <a:pt x="463042" y="1020217"/>
                </a:cubicBezTo>
                <a:lnTo>
                  <a:pt x="463042" y="523503"/>
                </a:lnTo>
                <a:cubicBezTo>
                  <a:pt x="463042" y="461739"/>
                  <a:pt x="412998" y="411696"/>
                  <a:pt x="351048" y="411696"/>
                </a:cubicBezTo>
                <a:close/>
                <a:moveTo>
                  <a:pt x="865808" y="111621"/>
                </a:moveTo>
                <a:cubicBezTo>
                  <a:pt x="865994" y="111621"/>
                  <a:pt x="866180" y="111807"/>
                  <a:pt x="866180" y="111807"/>
                </a:cubicBezTo>
                <a:lnTo>
                  <a:pt x="866180" y="1020031"/>
                </a:lnTo>
                <a:lnTo>
                  <a:pt x="865808" y="1020403"/>
                </a:lnTo>
                <a:lnTo>
                  <a:pt x="678284" y="1020403"/>
                </a:lnTo>
                <a:lnTo>
                  <a:pt x="677912" y="1020031"/>
                </a:lnTo>
                <a:lnTo>
                  <a:pt x="677912" y="111993"/>
                </a:lnTo>
                <a:lnTo>
                  <a:pt x="677912" y="111807"/>
                </a:lnTo>
                <a:lnTo>
                  <a:pt x="678098" y="111621"/>
                </a:lnTo>
                <a:lnTo>
                  <a:pt x="865808" y="111621"/>
                </a:lnTo>
                <a:moveTo>
                  <a:pt x="865808" y="0"/>
                </a:moveTo>
                <a:lnTo>
                  <a:pt x="677912" y="0"/>
                </a:lnTo>
                <a:cubicBezTo>
                  <a:pt x="616148" y="0"/>
                  <a:pt x="565919" y="50043"/>
                  <a:pt x="565919" y="111993"/>
                </a:cubicBezTo>
                <a:lnTo>
                  <a:pt x="565919" y="1020217"/>
                </a:lnTo>
                <a:cubicBezTo>
                  <a:pt x="565919" y="1081795"/>
                  <a:pt x="616335" y="1132210"/>
                  <a:pt x="677912" y="1132210"/>
                </a:cubicBezTo>
                <a:lnTo>
                  <a:pt x="865622" y="1132210"/>
                </a:lnTo>
                <a:cubicBezTo>
                  <a:pt x="927199" y="1132210"/>
                  <a:pt x="977615" y="1081795"/>
                  <a:pt x="977615" y="1020217"/>
                </a:cubicBezTo>
                <a:lnTo>
                  <a:pt x="977615" y="111993"/>
                </a:lnTo>
                <a:cubicBezTo>
                  <a:pt x="977615" y="50043"/>
                  <a:pt x="927571" y="0"/>
                  <a:pt x="865808" y="0"/>
                </a:cubicBezTo>
                <a:close/>
                <a:moveTo>
                  <a:pt x="1380381" y="729072"/>
                </a:moveTo>
                <a:cubicBezTo>
                  <a:pt x="1380567" y="729072"/>
                  <a:pt x="1380753" y="729258"/>
                  <a:pt x="1380753" y="729258"/>
                </a:cubicBezTo>
                <a:lnTo>
                  <a:pt x="1380753" y="1020031"/>
                </a:lnTo>
                <a:lnTo>
                  <a:pt x="1380381" y="1020403"/>
                </a:lnTo>
                <a:lnTo>
                  <a:pt x="1192858" y="1020403"/>
                </a:lnTo>
                <a:lnTo>
                  <a:pt x="1192485" y="1020031"/>
                </a:lnTo>
                <a:lnTo>
                  <a:pt x="1192485" y="729444"/>
                </a:lnTo>
                <a:lnTo>
                  <a:pt x="1192485" y="729258"/>
                </a:lnTo>
                <a:lnTo>
                  <a:pt x="1192671" y="729072"/>
                </a:lnTo>
                <a:lnTo>
                  <a:pt x="1380381" y="729072"/>
                </a:lnTo>
                <a:moveTo>
                  <a:pt x="1380381" y="617451"/>
                </a:moveTo>
                <a:lnTo>
                  <a:pt x="1192671" y="617451"/>
                </a:lnTo>
                <a:cubicBezTo>
                  <a:pt x="1130908" y="617451"/>
                  <a:pt x="1080678" y="667494"/>
                  <a:pt x="1080678" y="729444"/>
                </a:cubicBezTo>
                <a:lnTo>
                  <a:pt x="1080678" y="1020031"/>
                </a:lnTo>
                <a:cubicBezTo>
                  <a:pt x="1080678" y="1081608"/>
                  <a:pt x="1131094" y="1132024"/>
                  <a:pt x="1192671" y="1132024"/>
                </a:cubicBezTo>
                <a:lnTo>
                  <a:pt x="1380381" y="1132024"/>
                </a:lnTo>
                <a:cubicBezTo>
                  <a:pt x="1441959" y="1132024"/>
                  <a:pt x="1492374" y="1081608"/>
                  <a:pt x="1492374" y="1020031"/>
                </a:cubicBezTo>
                <a:lnTo>
                  <a:pt x="1492374" y="729444"/>
                </a:lnTo>
                <a:cubicBezTo>
                  <a:pt x="1492374" y="667680"/>
                  <a:pt x="1442145" y="617451"/>
                  <a:pt x="1380381" y="617451"/>
                </a:cubicBezTo>
                <a:close/>
                <a:moveTo>
                  <a:pt x="1481956" y="1276201"/>
                </a:moveTo>
                <a:lnTo>
                  <a:pt x="61764" y="1276201"/>
                </a:lnTo>
                <a:cubicBezTo>
                  <a:pt x="27719" y="1276201"/>
                  <a:pt x="0" y="1303920"/>
                  <a:pt x="0" y="1337965"/>
                </a:cubicBezTo>
                <a:cubicBezTo>
                  <a:pt x="0" y="1372009"/>
                  <a:pt x="27719" y="1399729"/>
                  <a:pt x="61764" y="1399729"/>
                </a:cubicBezTo>
                <a:lnTo>
                  <a:pt x="1482142" y="1399729"/>
                </a:lnTo>
                <a:cubicBezTo>
                  <a:pt x="1516187" y="1399729"/>
                  <a:pt x="1543906" y="1372009"/>
                  <a:pt x="1543906" y="1337965"/>
                </a:cubicBezTo>
                <a:cubicBezTo>
                  <a:pt x="1543720" y="1303734"/>
                  <a:pt x="1516187" y="1276201"/>
                  <a:pt x="1481956" y="1276201"/>
                </a:cubicBezTo>
                <a:close/>
              </a:path>
            </a:pathLst>
          </a:custGeom>
          <a:solidFill>
            <a:schemeClr val="bg1"/>
          </a:solidFill>
          <a:ln w="1553" cap="flat">
            <a:noFill/>
            <a:miter/>
          </a:ln>
        </p:spPr>
        <p:txBody>
          <a:bodyPr vert="horz" wrap="square" lIns="91440" tIns="45720" rIns="91440" bIns="45720" rtlCol="0" anchor="ctr"/>
          <a:p>
            <a:pPr algn="l">
              <a:lnSpc>
                <a:spcPct val="110000"/>
              </a:lnSpc>
            </a:pPr>
            <a:endParaRPr kumimoji="1" lang="zh-CN" altLang="en-US"/>
          </a:p>
        </p:txBody>
      </p:sp>
      <p:sp>
        <p:nvSpPr>
          <p:cNvPr id="42" name="标题 1"/>
          <p:cNvSpPr txBox="1"/>
          <p:nvPr>
            <p:custDataLst>
              <p:tags r:id="rId9"/>
            </p:custDataLst>
          </p:nvPr>
        </p:nvSpPr>
        <p:spPr>
          <a:xfrm>
            <a:off x="1908810" y="2851150"/>
            <a:ext cx="6683375" cy="666115"/>
          </a:xfrm>
          <a:prstGeom prst="rect">
            <a:avLst/>
          </a:prstGeom>
          <a:noFill/>
          <a:ln>
            <a:noFill/>
          </a:ln>
        </p:spPr>
        <p:txBody>
          <a:bodyPr vert="horz" wrap="square" lIns="0" tIns="0" rIns="0" bIns="0" rtlCol="0" anchor="t"/>
          <a:p>
            <a:pPr indent="0" algn="l" fontAlgn="auto">
              <a:lnSpc>
                <a:spcPct val="100000"/>
              </a:lnSpc>
            </a:pPr>
            <a:r>
              <a:rPr kumimoji="1" lang="en-US" altLang="zh-CN" sz="1400">
                <a:ln w="12700">
                  <a:noFill/>
                </a:ln>
                <a:solidFill>
                  <a:srgbClr val="262626">
                    <a:alpha val="100000"/>
                  </a:srgbClr>
                </a:solidFill>
                <a:latin typeface="Source Han Sans" panose="020B0400000000000000" charset="-122"/>
                <a:ea typeface="Source Han Sans" panose="020B0400000000000000" charset="-122"/>
                <a:cs typeface="Source Han Sans" panose="020B0400000000000000" charset="-122"/>
              </a:rPr>
              <a:t>员工需要通过系统高效管理客户信息、制定和调整护理计划、记录健康数据、安排膳食计划以及</a:t>
            </a:r>
            <a:r>
              <a:rPr kumimoji="1" lang="zh-CN" altLang="en-US" sz="1400">
                <a:ln w="12700">
                  <a:noFill/>
                </a:ln>
                <a:solidFill>
                  <a:srgbClr val="262626">
                    <a:alpha val="100000"/>
                  </a:srgbClr>
                </a:solidFill>
                <a:latin typeface="Source Han Sans" panose="020B0400000000000000" charset="-122"/>
                <a:ea typeface="Source Han Sans" panose="020B0400000000000000" charset="-122"/>
                <a:cs typeface="Source Han Sans" panose="020B0400000000000000" charset="-122"/>
              </a:rPr>
              <a:t>查看个人</a:t>
            </a:r>
            <a:r>
              <a:rPr kumimoji="1" lang="en-US" altLang="zh-CN" sz="1400">
                <a:ln w="12700">
                  <a:noFill/>
                </a:ln>
                <a:solidFill>
                  <a:srgbClr val="262626">
                    <a:alpha val="100000"/>
                  </a:srgbClr>
                </a:solidFill>
                <a:latin typeface="Source Han Sans" panose="020B0400000000000000" charset="-122"/>
                <a:ea typeface="Source Han Sans" panose="020B0400000000000000" charset="-122"/>
                <a:cs typeface="Source Han Sans" panose="020B0400000000000000" charset="-122"/>
              </a:rPr>
              <a:t>排班</a:t>
            </a:r>
            <a:r>
              <a:rPr kumimoji="1" lang="zh-CN" altLang="en-US" sz="1400">
                <a:ln w="12700">
                  <a:noFill/>
                </a:ln>
                <a:solidFill>
                  <a:srgbClr val="262626">
                    <a:alpha val="100000"/>
                  </a:srgbClr>
                </a:solidFill>
                <a:latin typeface="Source Han Sans" panose="020B0400000000000000" charset="-122"/>
                <a:ea typeface="Source Han Sans" panose="020B0400000000000000" charset="-122"/>
                <a:cs typeface="Source Han Sans" panose="020B0400000000000000" charset="-122"/>
              </a:rPr>
              <a:t>记录</a:t>
            </a:r>
            <a:r>
              <a:rPr kumimoji="1" lang="en-US" altLang="zh-CN" sz="1400">
                <a:ln w="12700">
                  <a:noFill/>
                </a:ln>
                <a:solidFill>
                  <a:srgbClr val="262626">
                    <a:alpha val="100000"/>
                  </a:srgbClr>
                </a:solidFill>
                <a:latin typeface="Source Han Sans" panose="020B0400000000000000" charset="-122"/>
                <a:ea typeface="Source Han Sans" panose="020B0400000000000000" charset="-122"/>
                <a:cs typeface="Source Han Sans" panose="020B0400000000000000" charset="-122"/>
              </a:rPr>
              <a:t>等，以提高工作效率和服务质量。</a:t>
            </a:r>
            <a:endParaRPr kumimoji="1" lang="zh-CN" altLang="en-US"/>
          </a:p>
        </p:txBody>
      </p:sp>
      <p:sp>
        <p:nvSpPr>
          <p:cNvPr id="43" name="标题 1"/>
          <p:cNvSpPr txBox="1"/>
          <p:nvPr>
            <p:custDataLst>
              <p:tags r:id="rId10"/>
            </p:custDataLst>
          </p:nvPr>
        </p:nvSpPr>
        <p:spPr>
          <a:xfrm>
            <a:off x="1619674" y="3839740"/>
            <a:ext cx="7160436" cy="1076017"/>
          </a:xfrm>
          <a:prstGeom prst="roundRect">
            <a:avLst>
              <a:gd name="adj" fmla="val 8527"/>
            </a:avLst>
          </a:prstGeom>
          <a:solidFill>
            <a:schemeClr val="bg1"/>
          </a:solidFill>
          <a:ln w="12700" cap="sq">
            <a:solidFill>
              <a:schemeClr val="accent1"/>
            </a:solidFill>
            <a:miter/>
          </a:ln>
        </p:spPr>
        <p:txBody>
          <a:bodyPr vert="horz" wrap="square" lIns="91440" tIns="45720" rIns="91440" bIns="45720" rtlCol="0" anchor="ctr"/>
          <a:p>
            <a:pPr algn="ctr">
              <a:lnSpc>
                <a:spcPct val="110000"/>
              </a:lnSpc>
            </a:pPr>
            <a:endParaRPr kumimoji="1" lang="zh-CN" altLang="en-US"/>
          </a:p>
        </p:txBody>
      </p:sp>
      <p:sp>
        <p:nvSpPr>
          <p:cNvPr id="44" name="标题 1"/>
          <p:cNvSpPr txBox="1"/>
          <p:nvPr>
            <p:custDataLst>
              <p:tags r:id="rId11"/>
            </p:custDataLst>
          </p:nvPr>
        </p:nvSpPr>
        <p:spPr>
          <a:xfrm>
            <a:off x="427982" y="3773300"/>
            <a:ext cx="1384018" cy="1198576"/>
          </a:xfrm>
          <a:custGeom>
            <a:avLst/>
            <a:gdLst>
              <a:gd name="connsiteX0" fmla="*/ 354270 w 2454443"/>
              <a:gd name="connsiteY0" fmla="*/ 0 h 2125579"/>
              <a:gd name="connsiteX1" fmla="*/ 733926 w 2454443"/>
              <a:gd name="connsiteY1" fmla="*/ 0 h 2125579"/>
              <a:gd name="connsiteX2" fmla="*/ 1062790 w 2454443"/>
              <a:gd name="connsiteY2" fmla="*/ 328864 h 2125579"/>
              <a:gd name="connsiteX3" fmla="*/ 1391654 w 2454443"/>
              <a:gd name="connsiteY3" fmla="*/ 0 h 2125579"/>
              <a:gd name="connsiteX4" fmla="*/ 1771309 w 2454443"/>
              <a:gd name="connsiteY4" fmla="*/ 0 h 2125579"/>
              <a:gd name="connsiteX5" fmla="*/ 2125579 w 2454443"/>
              <a:gd name="connsiteY5" fmla="*/ 354270 h 2125579"/>
              <a:gd name="connsiteX6" fmla="*/ 2125579 w 2454443"/>
              <a:gd name="connsiteY6" fmla="*/ 733926 h 2125579"/>
              <a:gd name="connsiteX7" fmla="*/ 2454443 w 2454443"/>
              <a:gd name="connsiteY7" fmla="*/ 1062790 h 2125579"/>
              <a:gd name="connsiteX8" fmla="*/ 2125579 w 2454443"/>
              <a:gd name="connsiteY8" fmla="*/ 1391654 h 2125579"/>
              <a:gd name="connsiteX9" fmla="*/ 2125579 w 2454443"/>
              <a:gd name="connsiteY9" fmla="*/ 1771309 h 2125579"/>
              <a:gd name="connsiteX10" fmla="*/ 1771309 w 2454443"/>
              <a:gd name="connsiteY10" fmla="*/ 2125579 h 2125579"/>
              <a:gd name="connsiteX11" fmla="*/ 354270 w 2454443"/>
              <a:gd name="connsiteY11" fmla="*/ 2125579 h 2125579"/>
              <a:gd name="connsiteX12" fmla="*/ 0 w 2454443"/>
              <a:gd name="connsiteY12" fmla="*/ 1771309 h 2125579"/>
              <a:gd name="connsiteX13" fmla="*/ 0 w 2454443"/>
              <a:gd name="connsiteY13" fmla="*/ 354270 h 2125579"/>
              <a:gd name="connsiteX14" fmla="*/ 354270 w 2454443"/>
              <a:gd name="connsiteY14" fmla="*/ 0 h 2125579"/>
            </a:gdLst>
            <a:ahLst/>
            <a:cxnLst/>
            <a:rect l="l" t="t" r="r" b="b"/>
            <a:pathLst>
              <a:path w="2454443" h="2125579">
                <a:moveTo>
                  <a:pt x="354270" y="0"/>
                </a:moveTo>
                <a:lnTo>
                  <a:pt x="733926" y="0"/>
                </a:lnTo>
                <a:cubicBezTo>
                  <a:pt x="733926" y="181627"/>
                  <a:pt x="881163" y="328864"/>
                  <a:pt x="1062790" y="328864"/>
                </a:cubicBezTo>
                <a:cubicBezTo>
                  <a:pt x="1244417" y="328864"/>
                  <a:pt x="1391654" y="181627"/>
                  <a:pt x="1391654" y="0"/>
                </a:cubicBezTo>
                <a:lnTo>
                  <a:pt x="1771309" y="0"/>
                </a:lnTo>
                <a:cubicBezTo>
                  <a:pt x="1966967" y="0"/>
                  <a:pt x="2125579" y="158612"/>
                  <a:pt x="2125579" y="354270"/>
                </a:cubicBezTo>
                <a:lnTo>
                  <a:pt x="2125579" y="733926"/>
                </a:lnTo>
                <a:cubicBezTo>
                  <a:pt x="2307206" y="733926"/>
                  <a:pt x="2454443" y="881163"/>
                  <a:pt x="2454443" y="1062790"/>
                </a:cubicBezTo>
                <a:cubicBezTo>
                  <a:pt x="2454443" y="1244417"/>
                  <a:pt x="2307206" y="1391654"/>
                  <a:pt x="2125579" y="1391654"/>
                </a:cubicBezTo>
                <a:lnTo>
                  <a:pt x="2125579" y="1771309"/>
                </a:lnTo>
                <a:cubicBezTo>
                  <a:pt x="2125579" y="1966967"/>
                  <a:pt x="1966967" y="2125579"/>
                  <a:pt x="1771309" y="2125579"/>
                </a:cubicBezTo>
                <a:lnTo>
                  <a:pt x="354270" y="2125579"/>
                </a:lnTo>
                <a:cubicBezTo>
                  <a:pt x="158612" y="2125579"/>
                  <a:pt x="0" y="1966967"/>
                  <a:pt x="0" y="1771309"/>
                </a:cubicBezTo>
                <a:lnTo>
                  <a:pt x="0" y="354270"/>
                </a:lnTo>
                <a:cubicBezTo>
                  <a:pt x="0" y="158612"/>
                  <a:pt x="158612" y="0"/>
                  <a:pt x="354270" y="0"/>
                </a:cubicBezTo>
                <a:close/>
              </a:path>
            </a:pathLst>
          </a:custGeom>
          <a:solidFill>
            <a:schemeClr val="accent1"/>
          </a:solidFill>
          <a:ln w="12700" cap="sq">
            <a:noFill/>
            <a:miter/>
          </a:ln>
        </p:spPr>
        <p:txBody>
          <a:bodyPr vert="horz" wrap="square" lIns="91440" tIns="45720" rIns="91440" bIns="45720" rtlCol="0" anchor="ctr"/>
          <a:p>
            <a:pPr algn="ctr">
              <a:lnSpc>
                <a:spcPct val="110000"/>
              </a:lnSpc>
            </a:pPr>
            <a:endParaRPr kumimoji="1" lang="zh-CN" altLang="en-US"/>
          </a:p>
        </p:txBody>
      </p:sp>
      <p:sp>
        <p:nvSpPr>
          <p:cNvPr id="45" name="标题 1"/>
          <p:cNvSpPr txBox="1"/>
          <p:nvPr>
            <p:custDataLst>
              <p:tags r:id="rId12"/>
            </p:custDataLst>
          </p:nvPr>
        </p:nvSpPr>
        <p:spPr>
          <a:xfrm>
            <a:off x="831404" y="4188138"/>
            <a:ext cx="449954" cy="424091"/>
          </a:xfrm>
          <a:custGeom>
            <a:avLst/>
            <a:gdLst>
              <a:gd name="connsiteX0" fmla="*/ 1110072 w 1498885"/>
              <a:gd name="connsiteY0" fmla="*/ 1039039 h 1412736"/>
              <a:gd name="connsiteX1" fmla="*/ 1149511 w 1498885"/>
              <a:gd name="connsiteY1" fmla="*/ 1055363 h 1412736"/>
              <a:gd name="connsiteX2" fmla="*/ 1371451 w 1498885"/>
              <a:gd name="connsiteY2" fmla="*/ 1277303 h 1412736"/>
              <a:gd name="connsiteX3" fmla="*/ 1371451 w 1498885"/>
              <a:gd name="connsiteY3" fmla="*/ 1356182 h 1412736"/>
              <a:gd name="connsiteX4" fmla="*/ 1332012 w 1498885"/>
              <a:gd name="connsiteY4" fmla="*/ 1372553 h 1412736"/>
              <a:gd name="connsiteX5" fmla="*/ 1292572 w 1498885"/>
              <a:gd name="connsiteY5" fmla="*/ 1356182 h 1412736"/>
              <a:gd name="connsiteX6" fmla="*/ 1070632 w 1498885"/>
              <a:gd name="connsiteY6" fmla="*/ 1134242 h 1412736"/>
              <a:gd name="connsiteX7" fmla="*/ 1070632 w 1498885"/>
              <a:gd name="connsiteY7" fmla="*/ 1055363 h 1412736"/>
              <a:gd name="connsiteX8" fmla="*/ 1110072 w 1498885"/>
              <a:gd name="connsiteY8" fmla="*/ 1039039 h 1412736"/>
              <a:gd name="connsiteX9" fmla="*/ 1110072 w 1498885"/>
              <a:gd name="connsiteY9" fmla="*/ 705989 h 1412736"/>
              <a:gd name="connsiteX10" fmla="*/ 1443075 w 1498885"/>
              <a:gd name="connsiteY10" fmla="*/ 705989 h 1412736"/>
              <a:gd name="connsiteX11" fmla="*/ 1498885 w 1498885"/>
              <a:gd name="connsiteY11" fmla="*/ 761800 h 1412736"/>
              <a:gd name="connsiteX12" fmla="*/ 1443075 w 1498885"/>
              <a:gd name="connsiteY12" fmla="*/ 817611 h 1412736"/>
              <a:gd name="connsiteX13" fmla="*/ 1110072 w 1498885"/>
              <a:gd name="connsiteY13" fmla="*/ 817611 h 1412736"/>
              <a:gd name="connsiteX14" fmla="*/ 1054261 w 1498885"/>
              <a:gd name="connsiteY14" fmla="*/ 761800 h 1412736"/>
              <a:gd name="connsiteX15" fmla="*/ 1110072 w 1498885"/>
              <a:gd name="connsiteY15" fmla="*/ 705989 h 1412736"/>
              <a:gd name="connsiteX16" fmla="*/ 1332012 w 1498885"/>
              <a:gd name="connsiteY16" fmla="*/ 151093 h 1412736"/>
              <a:gd name="connsiteX17" fmla="*/ 1371451 w 1498885"/>
              <a:gd name="connsiteY17" fmla="*/ 167418 h 1412736"/>
              <a:gd name="connsiteX18" fmla="*/ 1371451 w 1498885"/>
              <a:gd name="connsiteY18" fmla="*/ 246297 h 1412736"/>
              <a:gd name="connsiteX19" fmla="*/ 1149511 w 1498885"/>
              <a:gd name="connsiteY19" fmla="*/ 468236 h 1412736"/>
              <a:gd name="connsiteX20" fmla="*/ 1110072 w 1498885"/>
              <a:gd name="connsiteY20" fmla="*/ 484608 h 1412736"/>
              <a:gd name="connsiteX21" fmla="*/ 1070632 w 1498885"/>
              <a:gd name="connsiteY21" fmla="*/ 468236 h 1412736"/>
              <a:gd name="connsiteX22" fmla="*/ 1070632 w 1498885"/>
              <a:gd name="connsiteY22" fmla="*/ 389358 h 1412736"/>
              <a:gd name="connsiteX23" fmla="*/ 1292572 w 1498885"/>
              <a:gd name="connsiteY23" fmla="*/ 167418 h 1412736"/>
              <a:gd name="connsiteX24" fmla="*/ 1332012 w 1498885"/>
              <a:gd name="connsiteY24" fmla="*/ 151093 h 1412736"/>
              <a:gd name="connsiteX25" fmla="*/ 709724 w 1498885"/>
              <a:gd name="connsiteY25" fmla="*/ 111607 h 1412736"/>
              <a:gd name="connsiteX26" fmla="*/ 649635 w 1498885"/>
              <a:gd name="connsiteY26" fmla="*/ 127420 h 1412736"/>
              <a:gd name="connsiteX27" fmla="*/ 174129 w 1498885"/>
              <a:gd name="connsiteY27" fmla="*/ 394752 h 1412736"/>
              <a:gd name="connsiteX28" fmla="*/ 111621 w 1498885"/>
              <a:gd name="connsiteY28" fmla="*/ 501536 h 1412736"/>
              <a:gd name="connsiteX29" fmla="*/ 111621 w 1498885"/>
              <a:gd name="connsiteY29" fmla="*/ 910814 h 1412736"/>
              <a:gd name="connsiteX30" fmla="*/ 174129 w 1498885"/>
              <a:gd name="connsiteY30" fmla="*/ 1017598 h 1412736"/>
              <a:gd name="connsiteX31" fmla="*/ 649821 w 1498885"/>
              <a:gd name="connsiteY31" fmla="*/ 1284930 h 1412736"/>
              <a:gd name="connsiteX32" fmla="*/ 771674 w 1498885"/>
              <a:gd name="connsiteY32" fmla="*/ 1283814 h 1412736"/>
              <a:gd name="connsiteX33" fmla="*/ 832321 w 1498885"/>
              <a:gd name="connsiteY33" fmla="*/ 1178146 h 1412736"/>
              <a:gd name="connsiteX34" fmla="*/ 832321 w 1498885"/>
              <a:gd name="connsiteY34" fmla="*/ 234204 h 1412736"/>
              <a:gd name="connsiteX35" fmla="*/ 771674 w 1498885"/>
              <a:gd name="connsiteY35" fmla="*/ 128536 h 1412736"/>
              <a:gd name="connsiteX36" fmla="*/ 709724 w 1498885"/>
              <a:gd name="connsiteY36" fmla="*/ 111607 h 1412736"/>
              <a:gd name="connsiteX37" fmla="*/ 711864 w 1498885"/>
              <a:gd name="connsiteY37" fmla="*/ 9 h 1412736"/>
              <a:gd name="connsiteX38" fmla="*/ 828043 w 1498885"/>
              <a:gd name="connsiteY38" fmla="*/ 32356 h 1412736"/>
              <a:gd name="connsiteX39" fmla="*/ 943942 w 1498885"/>
              <a:gd name="connsiteY39" fmla="*/ 234390 h 1412736"/>
              <a:gd name="connsiteX40" fmla="*/ 943942 w 1498885"/>
              <a:gd name="connsiteY40" fmla="*/ 1178518 h 1412736"/>
              <a:gd name="connsiteX41" fmla="*/ 828043 w 1498885"/>
              <a:gd name="connsiteY41" fmla="*/ 1380552 h 1412736"/>
              <a:gd name="connsiteX42" fmla="*/ 709910 w 1498885"/>
              <a:gd name="connsiteY42" fmla="*/ 1412736 h 1412736"/>
              <a:gd name="connsiteX43" fmla="*/ 595126 w 1498885"/>
              <a:gd name="connsiteY43" fmla="*/ 1382413 h 1412736"/>
              <a:gd name="connsiteX44" fmla="*/ 119435 w 1498885"/>
              <a:gd name="connsiteY44" fmla="*/ 1115080 h 1412736"/>
              <a:gd name="connsiteX45" fmla="*/ 0 w 1498885"/>
              <a:gd name="connsiteY45" fmla="*/ 911000 h 1412736"/>
              <a:gd name="connsiteX46" fmla="*/ 0 w 1498885"/>
              <a:gd name="connsiteY46" fmla="*/ 501722 h 1412736"/>
              <a:gd name="connsiteX47" fmla="*/ 119435 w 1498885"/>
              <a:gd name="connsiteY47" fmla="*/ 297642 h 1412736"/>
              <a:gd name="connsiteX48" fmla="*/ 595126 w 1498885"/>
              <a:gd name="connsiteY48" fmla="*/ 30309 h 1412736"/>
              <a:gd name="connsiteX49" fmla="*/ 711864 w 1498885"/>
              <a:gd name="connsiteY49" fmla="*/ 9 h 1412736"/>
            </a:gdLst>
            <a:ahLst/>
            <a:cxnLst/>
            <a:rect l="l" t="t" r="r" b="b"/>
            <a:pathLst>
              <a:path w="1498885" h="1412736">
                <a:moveTo>
                  <a:pt x="1110072" y="1039039"/>
                </a:moveTo>
                <a:cubicBezTo>
                  <a:pt x="1124350" y="1039039"/>
                  <a:pt x="1138628" y="1044480"/>
                  <a:pt x="1149511" y="1055363"/>
                </a:cubicBezTo>
                <a:lnTo>
                  <a:pt x="1371451" y="1277303"/>
                </a:lnTo>
                <a:cubicBezTo>
                  <a:pt x="1393217" y="1299070"/>
                  <a:pt x="1393217" y="1334416"/>
                  <a:pt x="1371451" y="1356182"/>
                </a:cubicBezTo>
                <a:cubicBezTo>
                  <a:pt x="1360661" y="1366972"/>
                  <a:pt x="1346336" y="1372553"/>
                  <a:pt x="1332012" y="1372553"/>
                </a:cubicBezTo>
                <a:cubicBezTo>
                  <a:pt x="1317687" y="1372553"/>
                  <a:pt x="1303362" y="1367158"/>
                  <a:pt x="1292572" y="1356182"/>
                </a:cubicBezTo>
                <a:lnTo>
                  <a:pt x="1070632" y="1134242"/>
                </a:lnTo>
                <a:cubicBezTo>
                  <a:pt x="1048866" y="1112476"/>
                  <a:pt x="1048866" y="1077130"/>
                  <a:pt x="1070632" y="1055363"/>
                </a:cubicBezTo>
                <a:cubicBezTo>
                  <a:pt x="1081515" y="1044480"/>
                  <a:pt x="1095793" y="1039039"/>
                  <a:pt x="1110072" y="1039039"/>
                </a:cubicBezTo>
                <a:close/>
                <a:moveTo>
                  <a:pt x="1110072" y="705989"/>
                </a:moveTo>
                <a:lnTo>
                  <a:pt x="1443075" y="705989"/>
                </a:lnTo>
                <a:cubicBezTo>
                  <a:pt x="1473956" y="705989"/>
                  <a:pt x="1498885" y="730918"/>
                  <a:pt x="1498885" y="761800"/>
                </a:cubicBezTo>
                <a:cubicBezTo>
                  <a:pt x="1498885" y="792682"/>
                  <a:pt x="1473770" y="817611"/>
                  <a:pt x="1443075" y="817611"/>
                </a:cubicBezTo>
                <a:lnTo>
                  <a:pt x="1110072" y="817611"/>
                </a:lnTo>
                <a:cubicBezTo>
                  <a:pt x="1079190" y="817611"/>
                  <a:pt x="1054261" y="792682"/>
                  <a:pt x="1054261" y="761800"/>
                </a:cubicBezTo>
                <a:cubicBezTo>
                  <a:pt x="1054261" y="730918"/>
                  <a:pt x="1079190" y="705989"/>
                  <a:pt x="1110072" y="705989"/>
                </a:cubicBezTo>
                <a:close/>
                <a:moveTo>
                  <a:pt x="1332012" y="151093"/>
                </a:moveTo>
                <a:cubicBezTo>
                  <a:pt x="1346290" y="151093"/>
                  <a:pt x="1360568" y="156535"/>
                  <a:pt x="1371451" y="167418"/>
                </a:cubicBezTo>
                <a:cubicBezTo>
                  <a:pt x="1393217" y="189184"/>
                  <a:pt x="1393217" y="224530"/>
                  <a:pt x="1371451" y="246297"/>
                </a:cubicBezTo>
                <a:lnTo>
                  <a:pt x="1149511" y="468236"/>
                </a:lnTo>
                <a:cubicBezTo>
                  <a:pt x="1138721" y="479213"/>
                  <a:pt x="1124396" y="484608"/>
                  <a:pt x="1110072" y="484608"/>
                </a:cubicBezTo>
                <a:cubicBezTo>
                  <a:pt x="1095747" y="484608"/>
                  <a:pt x="1081422" y="479213"/>
                  <a:pt x="1070632" y="468236"/>
                </a:cubicBezTo>
                <a:cubicBezTo>
                  <a:pt x="1048866" y="446470"/>
                  <a:pt x="1048866" y="411124"/>
                  <a:pt x="1070632" y="389358"/>
                </a:cubicBezTo>
                <a:lnTo>
                  <a:pt x="1292572" y="167418"/>
                </a:lnTo>
                <a:cubicBezTo>
                  <a:pt x="1303455" y="156535"/>
                  <a:pt x="1317733" y="151093"/>
                  <a:pt x="1332012" y="151093"/>
                </a:cubicBezTo>
                <a:close/>
                <a:moveTo>
                  <a:pt x="709724" y="111607"/>
                </a:moveTo>
                <a:cubicBezTo>
                  <a:pt x="689074" y="111607"/>
                  <a:pt x="668610" y="116816"/>
                  <a:pt x="649635" y="127420"/>
                </a:cubicBezTo>
                <a:lnTo>
                  <a:pt x="174129" y="394752"/>
                </a:lnTo>
                <a:cubicBezTo>
                  <a:pt x="135620" y="416332"/>
                  <a:pt x="111621" y="457260"/>
                  <a:pt x="111621" y="501536"/>
                </a:cubicBezTo>
                <a:lnTo>
                  <a:pt x="111621" y="910814"/>
                </a:lnTo>
                <a:cubicBezTo>
                  <a:pt x="111621" y="955090"/>
                  <a:pt x="135620" y="996018"/>
                  <a:pt x="174129" y="1017598"/>
                </a:cubicBezTo>
                <a:lnTo>
                  <a:pt x="649821" y="1284930"/>
                </a:lnTo>
                <a:cubicBezTo>
                  <a:pt x="688144" y="1306510"/>
                  <a:pt x="733723" y="1306138"/>
                  <a:pt x="771674" y="1283814"/>
                </a:cubicBezTo>
                <a:cubicBezTo>
                  <a:pt x="809625" y="1261676"/>
                  <a:pt x="832321" y="1222050"/>
                  <a:pt x="832321" y="1178146"/>
                </a:cubicBezTo>
                <a:lnTo>
                  <a:pt x="832321" y="234204"/>
                </a:lnTo>
                <a:cubicBezTo>
                  <a:pt x="832321" y="190113"/>
                  <a:pt x="809625" y="150674"/>
                  <a:pt x="771674" y="128536"/>
                </a:cubicBezTo>
                <a:cubicBezTo>
                  <a:pt x="752326" y="117188"/>
                  <a:pt x="731118" y="111607"/>
                  <a:pt x="709724" y="111607"/>
                </a:cubicBezTo>
                <a:close/>
                <a:moveTo>
                  <a:pt x="711864" y="9"/>
                </a:moveTo>
                <a:cubicBezTo>
                  <a:pt x="751861" y="358"/>
                  <a:pt x="791766" y="11148"/>
                  <a:pt x="828043" y="32356"/>
                </a:cubicBezTo>
                <a:cubicBezTo>
                  <a:pt x="900596" y="74772"/>
                  <a:pt x="943942" y="150302"/>
                  <a:pt x="943942" y="234390"/>
                </a:cubicBezTo>
                <a:lnTo>
                  <a:pt x="943942" y="1178518"/>
                </a:lnTo>
                <a:cubicBezTo>
                  <a:pt x="943942" y="1262606"/>
                  <a:pt x="900596" y="1338136"/>
                  <a:pt x="828043" y="1380552"/>
                </a:cubicBezTo>
                <a:cubicBezTo>
                  <a:pt x="791208" y="1401946"/>
                  <a:pt x="750466" y="1412736"/>
                  <a:pt x="709910" y="1412736"/>
                </a:cubicBezTo>
                <a:cubicBezTo>
                  <a:pt x="670471" y="1412736"/>
                  <a:pt x="631217" y="1402691"/>
                  <a:pt x="595126" y="1382413"/>
                </a:cubicBezTo>
                <a:lnTo>
                  <a:pt x="119435" y="1115080"/>
                </a:lnTo>
                <a:cubicBezTo>
                  <a:pt x="45765" y="1073594"/>
                  <a:pt x="0" y="995460"/>
                  <a:pt x="0" y="911000"/>
                </a:cubicBezTo>
                <a:lnTo>
                  <a:pt x="0" y="501722"/>
                </a:lnTo>
                <a:cubicBezTo>
                  <a:pt x="0" y="417262"/>
                  <a:pt x="45765" y="338942"/>
                  <a:pt x="119435" y="297642"/>
                </a:cubicBezTo>
                <a:lnTo>
                  <a:pt x="595126" y="30309"/>
                </a:lnTo>
                <a:cubicBezTo>
                  <a:pt x="631775" y="9752"/>
                  <a:pt x="671866" y="-340"/>
                  <a:pt x="711864" y="9"/>
                </a:cubicBezTo>
                <a:close/>
              </a:path>
            </a:pathLst>
          </a:custGeom>
          <a:solidFill>
            <a:schemeClr val="bg1"/>
          </a:solidFill>
          <a:ln w="1553" cap="flat">
            <a:noFill/>
            <a:miter/>
          </a:ln>
        </p:spPr>
        <p:txBody>
          <a:bodyPr vert="horz" wrap="square" lIns="91440" tIns="45720" rIns="91440" bIns="45720" rtlCol="0" anchor="ctr"/>
          <a:p>
            <a:pPr algn="l">
              <a:lnSpc>
                <a:spcPct val="110000"/>
              </a:lnSpc>
            </a:pPr>
            <a:endParaRPr kumimoji="1" lang="zh-CN" altLang="en-US"/>
          </a:p>
        </p:txBody>
      </p:sp>
      <p:sp>
        <p:nvSpPr>
          <p:cNvPr id="46" name="标题 1"/>
          <p:cNvSpPr txBox="1"/>
          <p:nvPr>
            <p:custDataLst>
              <p:tags r:id="rId13"/>
            </p:custDataLst>
          </p:nvPr>
        </p:nvSpPr>
        <p:spPr>
          <a:xfrm>
            <a:off x="1905635" y="4234180"/>
            <a:ext cx="6686550" cy="532765"/>
          </a:xfrm>
          <a:prstGeom prst="rect">
            <a:avLst/>
          </a:prstGeom>
          <a:noFill/>
          <a:ln>
            <a:noFill/>
          </a:ln>
        </p:spPr>
        <p:txBody>
          <a:bodyPr vert="horz" wrap="square" lIns="0" tIns="0" rIns="0" bIns="0" rtlCol="0" anchor="t"/>
          <a:p>
            <a:pPr indent="0" algn="l" fontAlgn="auto">
              <a:lnSpc>
                <a:spcPct val="100000"/>
              </a:lnSpc>
            </a:pPr>
            <a:r>
              <a:rPr kumimoji="1" lang="en-US" altLang="zh-CN" sz="1400">
                <a:ln w="12700">
                  <a:noFill/>
                </a:ln>
                <a:solidFill>
                  <a:srgbClr val="262626">
                    <a:alpha val="100000"/>
                  </a:srgbClr>
                </a:solidFill>
                <a:latin typeface="Source Han Sans" panose="020B0400000000000000" charset="-122"/>
                <a:ea typeface="Source Han Sans" panose="020B0400000000000000" charset="-122"/>
                <a:cs typeface="Source Han Sans" panose="020B0400000000000000" charset="-122"/>
              </a:rPr>
              <a:t>管理员</a:t>
            </a:r>
            <a:r>
              <a:rPr kumimoji="1" lang="zh-CN" altLang="en-US" sz="1400">
                <a:ln w="12700">
                  <a:noFill/>
                </a:ln>
                <a:solidFill>
                  <a:srgbClr val="262626">
                    <a:alpha val="100000"/>
                  </a:srgbClr>
                </a:solidFill>
                <a:latin typeface="Source Han Sans" panose="020B0400000000000000" charset="-122"/>
                <a:ea typeface="Source Han Sans" panose="020B0400000000000000" charset="-122"/>
                <a:cs typeface="Source Han Sans" panose="020B0400000000000000" charset="-122"/>
              </a:rPr>
              <a:t>除拥有最高权限外还需</a:t>
            </a:r>
            <a:r>
              <a:rPr kumimoji="1" lang="en-US" altLang="zh-CN" sz="1400">
                <a:ln w="12700">
                  <a:noFill/>
                </a:ln>
                <a:solidFill>
                  <a:srgbClr val="262626">
                    <a:alpha val="100000"/>
                  </a:srgbClr>
                </a:solidFill>
                <a:latin typeface="Source Han Sans" panose="020B0400000000000000" charset="-122"/>
                <a:ea typeface="Source Han Sans" panose="020B0400000000000000" charset="-122"/>
                <a:cs typeface="Source Han Sans" panose="020B0400000000000000" charset="-122"/>
              </a:rPr>
              <a:t>关注系统的整体运行情况，需要对用户进行管理，包括添加、删除用户，激活或禁用账号，以及查看各类报表数据，以便对康养中心的业务进行宏观把控</a:t>
            </a:r>
            <a:r>
              <a:rPr kumimoji="1" lang="zh-CN" altLang="en-US" sz="1400">
                <a:ln w="12700">
                  <a:noFill/>
                </a:ln>
                <a:solidFill>
                  <a:srgbClr val="262626">
                    <a:alpha val="100000"/>
                  </a:srgbClr>
                </a:solidFill>
                <a:latin typeface="Source Han Sans" panose="020B0400000000000000" charset="-122"/>
                <a:ea typeface="Source Han Sans" panose="020B0400000000000000" charset="-122"/>
                <a:cs typeface="Source Han Sans" panose="020B0400000000000000" charset="-122"/>
              </a:rPr>
              <a:t>。</a:t>
            </a:r>
            <a:endParaRPr kumimoji="1" lang="zh-CN" altLang="en-US" sz="1400">
              <a:ln w="12700">
                <a:noFill/>
              </a:ln>
              <a:solidFill>
                <a:srgbClr val="262626">
                  <a:alpha val="100000"/>
                </a:srgbClr>
              </a:solidFill>
              <a:latin typeface="Source Han Sans" panose="020B0400000000000000" charset="-122"/>
              <a:ea typeface="Source Han Sans" panose="020B0400000000000000" charset="-122"/>
              <a:cs typeface="Source Han Sans" panose="020B0400000000000000" charset="-122"/>
            </a:endParaRPr>
          </a:p>
        </p:txBody>
      </p:sp>
      <p:sp>
        <p:nvSpPr>
          <p:cNvPr id="47" name="标题 1"/>
          <p:cNvSpPr txBox="1"/>
          <p:nvPr>
            <p:custDataLst>
              <p:tags r:id="rId14"/>
            </p:custDataLst>
          </p:nvPr>
        </p:nvSpPr>
        <p:spPr>
          <a:xfrm>
            <a:off x="1906408" y="977812"/>
            <a:ext cx="6384439" cy="309120"/>
          </a:xfrm>
          <a:prstGeom prst="rect">
            <a:avLst/>
          </a:prstGeom>
          <a:noFill/>
          <a:ln>
            <a:noFill/>
          </a:ln>
        </p:spPr>
        <p:txBody>
          <a:bodyPr vert="horz" wrap="square" lIns="0" tIns="0" rIns="0" bIns="0" rtlCol="0" anchor="t"/>
          <a:p>
            <a:pPr algn="l">
              <a:lnSpc>
                <a:spcPct val="150000"/>
              </a:lnSpc>
            </a:pPr>
            <a:r>
              <a:rPr kumimoji="1" lang="en-US" altLang="zh-CN" sz="1600" b="1">
                <a:ln w="12700">
                  <a:noFill/>
                </a:ln>
                <a:solidFill>
                  <a:srgbClr val="333132">
                    <a:alpha val="100000"/>
                  </a:srgbClr>
                </a:solidFill>
                <a:latin typeface="Source Han Sans CN Bold" panose="020B0800000000000000" charset="-122"/>
                <a:ea typeface="Source Han Sans CN Bold" panose="020B0800000000000000" charset="-122"/>
                <a:cs typeface="Source Han Sans CN Bold" panose="020B0800000000000000" charset="-122"/>
              </a:rPr>
              <a:t>客户需求</a:t>
            </a:r>
            <a:endParaRPr kumimoji="1" lang="zh-CN" altLang="en-US" b="1"/>
          </a:p>
        </p:txBody>
      </p:sp>
      <p:sp>
        <p:nvSpPr>
          <p:cNvPr id="48" name="标题 1"/>
          <p:cNvSpPr txBox="1"/>
          <p:nvPr>
            <p:custDataLst>
              <p:tags r:id="rId15"/>
            </p:custDataLst>
          </p:nvPr>
        </p:nvSpPr>
        <p:spPr>
          <a:xfrm>
            <a:off x="1908313" y="2370367"/>
            <a:ext cx="7980549" cy="386400"/>
          </a:xfrm>
          <a:prstGeom prst="rect">
            <a:avLst/>
          </a:prstGeom>
          <a:noFill/>
          <a:ln>
            <a:noFill/>
          </a:ln>
        </p:spPr>
        <p:txBody>
          <a:bodyPr vert="horz" wrap="square" lIns="0" tIns="0" rIns="0" bIns="0" rtlCol="0" anchor="t"/>
          <a:p>
            <a:pPr algn="l">
              <a:lnSpc>
                <a:spcPct val="150000"/>
              </a:lnSpc>
            </a:pPr>
            <a:r>
              <a:rPr kumimoji="1" lang="en-US" altLang="zh-CN" sz="1600" b="1">
                <a:ln w="12700">
                  <a:noFill/>
                </a:ln>
                <a:solidFill>
                  <a:srgbClr val="333132">
                    <a:alpha val="100000"/>
                  </a:srgbClr>
                </a:solidFill>
                <a:latin typeface="Source Han Sans CN Bold" panose="020B0800000000000000" charset="-122"/>
                <a:ea typeface="Source Han Sans CN Bold" panose="020B0800000000000000" charset="-122"/>
                <a:cs typeface="Source Han Sans CN Bold" panose="020B0800000000000000" charset="-122"/>
              </a:rPr>
              <a:t>员工需求</a:t>
            </a:r>
            <a:endParaRPr kumimoji="1" lang="en-US" altLang="zh-CN" sz="1600" b="1">
              <a:ln w="12700">
                <a:noFill/>
              </a:ln>
              <a:solidFill>
                <a:srgbClr val="333132">
                  <a:alpha val="100000"/>
                </a:srgbClr>
              </a:solidFill>
              <a:latin typeface="Source Han Sans CN Bold" panose="020B0800000000000000" charset="-122"/>
              <a:ea typeface="Source Han Sans CN Bold" panose="020B0800000000000000" charset="-122"/>
              <a:cs typeface="Source Han Sans CN Bold" panose="020B0800000000000000" charset="-122"/>
            </a:endParaRPr>
          </a:p>
        </p:txBody>
      </p:sp>
      <p:sp>
        <p:nvSpPr>
          <p:cNvPr id="49" name="标题 1"/>
          <p:cNvSpPr txBox="1"/>
          <p:nvPr>
            <p:custDataLst>
              <p:tags r:id="rId16"/>
            </p:custDataLst>
          </p:nvPr>
        </p:nvSpPr>
        <p:spPr>
          <a:xfrm>
            <a:off x="1908948" y="3757842"/>
            <a:ext cx="6384439" cy="309120"/>
          </a:xfrm>
          <a:prstGeom prst="rect">
            <a:avLst/>
          </a:prstGeom>
          <a:noFill/>
          <a:ln>
            <a:noFill/>
          </a:ln>
        </p:spPr>
        <p:txBody>
          <a:bodyPr vert="horz" wrap="square" lIns="0" tIns="0" rIns="0" bIns="0" rtlCol="0" anchor="t"/>
          <a:p>
            <a:pPr algn="l">
              <a:lnSpc>
                <a:spcPct val="150000"/>
              </a:lnSpc>
            </a:pPr>
            <a:r>
              <a:rPr kumimoji="1" lang="en-US" altLang="zh-CN" sz="1600" b="1">
                <a:ln w="12700">
                  <a:noFill/>
                </a:ln>
                <a:solidFill>
                  <a:srgbClr val="333132">
                    <a:alpha val="100000"/>
                  </a:srgbClr>
                </a:solidFill>
                <a:latin typeface="Source Han Sans CN Bold" panose="020B0800000000000000" charset="-122"/>
                <a:ea typeface="Source Han Sans CN Bold" panose="020B0800000000000000" charset="-122"/>
                <a:cs typeface="Source Han Sans CN Bold" panose="020B0800000000000000" charset="-122"/>
              </a:rPr>
              <a:t>管理员需求</a:t>
            </a:r>
            <a:endParaRPr kumimoji="1" lang="zh-CN" altLang="en-US" b="1"/>
          </a:p>
        </p:txBody>
      </p:sp>
    </p:spTree>
  </p:cSld>
  <p:clrMapOvr>
    <a:masterClrMapping/>
  </p:clrMapOvr>
  <mc:AlternateContent xmlns:mc="http://schemas.openxmlformats.org/markup-compatibility/2006">
    <mc:Choice xmlns:p14="http://schemas.microsoft.com/office/powerpoint/2010/main" Requires="p14">
      <p:transition spd="slow" p14:dur="1500"/>
    </mc:Choice>
    <mc:Fallback>
      <p:transition spd="slow"/>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8" name="直接连接符 157"/>
          <p:cNvCxnSpPr/>
          <p:nvPr/>
        </p:nvCxnSpPr>
        <p:spPr>
          <a:xfrm>
            <a:off x="950794" y="792982"/>
            <a:ext cx="275417"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64" name="图片 63"/>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8290290" y="64896"/>
            <a:ext cx="790862" cy="798578"/>
          </a:xfrm>
          <a:prstGeom prst="rect">
            <a:avLst/>
          </a:prstGeom>
        </p:spPr>
      </p:pic>
      <p:sp>
        <p:nvSpPr>
          <p:cNvPr id="2" name="文本框 1"/>
          <p:cNvSpPr txBox="1"/>
          <p:nvPr/>
        </p:nvSpPr>
        <p:spPr>
          <a:xfrm>
            <a:off x="260985" y="393065"/>
            <a:ext cx="1762760" cy="398780"/>
          </a:xfrm>
          <a:prstGeom prst="rect">
            <a:avLst/>
          </a:prstGeom>
          <a:noFill/>
        </p:spPr>
        <p:txBody>
          <a:bodyPr wrap="square">
            <a:spAutoFit/>
          </a:bodyPr>
          <a:lstStyle/>
          <a:p>
            <a:r>
              <a:rPr lang="zh-CN" altLang="en-US" sz="2000" b="1" dirty="0">
                <a:solidFill>
                  <a:srgbClr val="27506E"/>
                </a:solidFill>
                <a:latin typeface="宋体" panose="02010600030101010101" pitchFamily="2" charset="-122"/>
                <a:ea typeface="宋体" panose="02010600030101010101" pitchFamily="2" charset="-122"/>
              </a:rPr>
              <a:t>功能模块</a:t>
            </a:r>
            <a:r>
              <a:rPr lang="zh-CN" altLang="en-US" sz="2000" b="1" dirty="0">
                <a:solidFill>
                  <a:srgbClr val="27506E"/>
                </a:solidFill>
                <a:latin typeface="宋体" panose="02010600030101010101" pitchFamily="2" charset="-122"/>
                <a:ea typeface="宋体" panose="02010600030101010101" pitchFamily="2" charset="-122"/>
              </a:rPr>
              <a:t>需求</a:t>
            </a:r>
            <a:endParaRPr lang="zh-CN" altLang="en-US" sz="2000" b="1" dirty="0">
              <a:solidFill>
                <a:srgbClr val="27506E"/>
              </a:solidFill>
              <a:latin typeface="宋体" panose="02010600030101010101" pitchFamily="2" charset="-122"/>
              <a:ea typeface="宋体" panose="02010600030101010101" pitchFamily="2" charset="-122"/>
            </a:endParaRPr>
          </a:p>
        </p:txBody>
      </p:sp>
      <p:sp>
        <p:nvSpPr>
          <p:cNvPr id="3" name="标题 1"/>
          <p:cNvSpPr txBox="1"/>
          <p:nvPr>
            <p:custDataLst>
              <p:tags r:id="rId2"/>
            </p:custDataLst>
          </p:nvPr>
        </p:nvSpPr>
        <p:spPr>
          <a:xfrm>
            <a:off x="350619" y="983615"/>
            <a:ext cx="1582819" cy="1052362"/>
          </a:xfrm>
          <a:custGeom>
            <a:avLst/>
            <a:gdLst>
              <a:gd name="connsiteX0" fmla="*/ 1505663 w 2251241"/>
              <a:gd name="connsiteY0" fmla="*/ 0 h 1587418"/>
              <a:gd name="connsiteX1" fmla="*/ 2251241 w 2251241"/>
              <a:gd name="connsiteY1" fmla="*/ 793709 h 1587418"/>
              <a:gd name="connsiteX2" fmla="*/ 1505663 w 2251241"/>
              <a:gd name="connsiteY2" fmla="*/ 1587418 h 1587418"/>
              <a:gd name="connsiteX3" fmla="*/ 1505663 w 2251241"/>
              <a:gd name="connsiteY3" fmla="*/ 1246866 h 1587418"/>
              <a:gd name="connsiteX4" fmla="*/ 454991 w 2251241"/>
              <a:gd name="connsiteY4" fmla="*/ 1246866 h 1587418"/>
              <a:gd name="connsiteX5" fmla="*/ 0 w 2251241"/>
              <a:gd name="connsiteY5" fmla="*/ 791875 h 1587418"/>
              <a:gd name="connsiteX6" fmla="*/ 454991 w 2251241"/>
              <a:gd name="connsiteY6" fmla="*/ 336884 h 1587418"/>
              <a:gd name="connsiteX7" fmla="*/ 1505663 w 2251241"/>
              <a:gd name="connsiteY7" fmla="*/ 336884 h 1587418"/>
            </a:gdLst>
            <a:ahLst/>
            <a:cxnLst/>
            <a:rect l="l" t="t" r="r" b="b"/>
            <a:pathLst>
              <a:path w="2251241" h="1587418">
                <a:moveTo>
                  <a:pt x="1505663" y="0"/>
                </a:moveTo>
                <a:lnTo>
                  <a:pt x="2251241" y="793709"/>
                </a:lnTo>
                <a:lnTo>
                  <a:pt x="1505663" y="1587418"/>
                </a:lnTo>
                <a:lnTo>
                  <a:pt x="1505663" y="1246866"/>
                </a:lnTo>
                <a:lnTo>
                  <a:pt x="454991" y="1246866"/>
                </a:lnTo>
                <a:cubicBezTo>
                  <a:pt x="203706" y="1246866"/>
                  <a:pt x="0" y="1043160"/>
                  <a:pt x="0" y="791875"/>
                </a:cubicBezTo>
                <a:cubicBezTo>
                  <a:pt x="0" y="540590"/>
                  <a:pt x="203706" y="336884"/>
                  <a:pt x="454991" y="336884"/>
                </a:cubicBezTo>
                <a:lnTo>
                  <a:pt x="1505663" y="336884"/>
                </a:lnTo>
                <a:close/>
              </a:path>
            </a:pathLst>
          </a:custGeom>
          <a:solidFill>
            <a:schemeClr val="accent1"/>
          </a:solidFill>
          <a:ln w="12700" cap="sq">
            <a:noFill/>
            <a:miter/>
          </a:ln>
        </p:spPr>
        <p:txBody>
          <a:bodyPr vert="horz" wrap="square" lIns="91440" tIns="45720" rIns="91440" bIns="45720" rtlCol="0" anchor="ctr"/>
          <a:p>
            <a:pPr algn="ctr">
              <a:lnSpc>
                <a:spcPct val="110000"/>
              </a:lnSpc>
            </a:pPr>
            <a:endParaRPr kumimoji="1" lang="zh-CN" altLang="en-US"/>
          </a:p>
        </p:txBody>
      </p:sp>
      <p:sp>
        <p:nvSpPr>
          <p:cNvPr id="4" name="标题 1"/>
          <p:cNvSpPr txBox="1"/>
          <p:nvPr>
            <p:custDataLst>
              <p:tags r:id="rId3"/>
            </p:custDataLst>
          </p:nvPr>
        </p:nvSpPr>
        <p:spPr>
          <a:xfrm>
            <a:off x="2122032" y="1255426"/>
            <a:ext cx="5093747" cy="583082"/>
          </a:xfrm>
          <a:prstGeom prst="rect">
            <a:avLst/>
          </a:prstGeom>
          <a:noFill/>
          <a:ln cap="sq">
            <a:noFill/>
          </a:ln>
        </p:spPr>
        <p:txBody>
          <a:bodyPr vert="horz" wrap="square" lIns="0" tIns="0" rIns="0" bIns="0" rtlCol="0" anchor="t"/>
          <a:p>
            <a:pPr algn="l">
              <a:lnSpc>
                <a:spcPct val="150000"/>
              </a:lnSpc>
            </a:pPr>
            <a:r>
              <a:rPr kumimoji="1" lang="en-US" altLang="zh-CN" sz="1265">
                <a:ln w="12700">
                  <a:noFill/>
                </a:ln>
                <a:solidFill>
                  <a:srgbClr val="262626">
                    <a:alpha val="100000"/>
                  </a:srgbClr>
                </a:solidFill>
                <a:latin typeface="Source Han Sans" panose="020B0400000000000000" charset="-122"/>
                <a:ea typeface="Source Han Sans" panose="020B0400000000000000" charset="-122"/>
                <a:cs typeface="Source Han Sans" panose="020B0400000000000000" charset="-122"/>
              </a:rPr>
              <a:t>系统设计了客户信息管理、护理计划管理、健康档案管理、膳食计划管理、排班管理、预约服务管理和通知提醒等七大核心功能模块，以满足康养机构的业务需求。</a:t>
            </a:r>
            <a:endParaRPr kumimoji="1" lang="zh-CN" altLang="en-US"/>
          </a:p>
        </p:txBody>
      </p:sp>
      <p:sp>
        <p:nvSpPr>
          <p:cNvPr id="5" name="标题 1"/>
          <p:cNvSpPr txBox="1"/>
          <p:nvPr>
            <p:custDataLst>
              <p:tags r:id="rId4"/>
            </p:custDataLst>
          </p:nvPr>
        </p:nvSpPr>
        <p:spPr>
          <a:xfrm>
            <a:off x="2121963" y="791609"/>
            <a:ext cx="5093747" cy="463786"/>
          </a:xfrm>
          <a:prstGeom prst="rect">
            <a:avLst/>
          </a:prstGeom>
          <a:noFill/>
          <a:ln cap="sq">
            <a:noFill/>
          </a:ln>
        </p:spPr>
        <p:txBody>
          <a:bodyPr vert="horz" wrap="square" lIns="0" tIns="0" rIns="0" bIns="0" rtlCol="0" anchor="b"/>
          <a:p>
            <a:pPr algn="l">
              <a:lnSpc>
                <a:spcPct val="130000"/>
              </a:lnSpc>
            </a:pPr>
            <a:r>
              <a:rPr kumimoji="1" lang="en-US" altLang="zh-CN" sz="1600" b="1">
                <a:ln w="12700">
                  <a:noFill/>
                </a:ln>
                <a:solidFill>
                  <a:srgbClr val="333132">
                    <a:alpha val="100000"/>
                  </a:srgbClr>
                </a:solidFill>
                <a:latin typeface="Source Han Sans CN Bold" panose="020B0800000000000000" charset="-122"/>
                <a:ea typeface="Source Han Sans CN Bold" panose="020B0800000000000000" charset="-122"/>
                <a:cs typeface="Source Han Sans CN Bold" panose="020B0800000000000000" charset="-122"/>
              </a:rPr>
              <a:t>核心功能模块</a:t>
            </a:r>
            <a:endParaRPr kumimoji="1" lang="zh-CN" altLang="en-US" b="1"/>
          </a:p>
        </p:txBody>
      </p:sp>
      <p:sp>
        <p:nvSpPr>
          <p:cNvPr id="6" name="标题 1"/>
          <p:cNvSpPr txBox="1"/>
          <p:nvPr>
            <p:custDataLst>
              <p:tags r:id="rId5"/>
            </p:custDataLst>
          </p:nvPr>
        </p:nvSpPr>
        <p:spPr>
          <a:xfrm flipH="1">
            <a:off x="7160357" y="2264140"/>
            <a:ext cx="1582819" cy="1052362"/>
          </a:xfrm>
          <a:custGeom>
            <a:avLst/>
            <a:gdLst>
              <a:gd name="connsiteX0" fmla="*/ 1505663 w 2251241"/>
              <a:gd name="connsiteY0" fmla="*/ 0 h 1587418"/>
              <a:gd name="connsiteX1" fmla="*/ 2251241 w 2251241"/>
              <a:gd name="connsiteY1" fmla="*/ 793709 h 1587418"/>
              <a:gd name="connsiteX2" fmla="*/ 1505663 w 2251241"/>
              <a:gd name="connsiteY2" fmla="*/ 1587418 h 1587418"/>
              <a:gd name="connsiteX3" fmla="*/ 1505663 w 2251241"/>
              <a:gd name="connsiteY3" fmla="*/ 1246866 h 1587418"/>
              <a:gd name="connsiteX4" fmla="*/ 454991 w 2251241"/>
              <a:gd name="connsiteY4" fmla="*/ 1246866 h 1587418"/>
              <a:gd name="connsiteX5" fmla="*/ 0 w 2251241"/>
              <a:gd name="connsiteY5" fmla="*/ 791875 h 1587418"/>
              <a:gd name="connsiteX6" fmla="*/ 454991 w 2251241"/>
              <a:gd name="connsiteY6" fmla="*/ 336884 h 1587418"/>
              <a:gd name="connsiteX7" fmla="*/ 1505663 w 2251241"/>
              <a:gd name="connsiteY7" fmla="*/ 336884 h 1587418"/>
            </a:gdLst>
            <a:ahLst/>
            <a:cxnLst/>
            <a:rect l="l" t="t" r="r" b="b"/>
            <a:pathLst>
              <a:path w="2251241" h="1587418">
                <a:moveTo>
                  <a:pt x="1505663" y="0"/>
                </a:moveTo>
                <a:lnTo>
                  <a:pt x="2251241" y="793709"/>
                </a:lnTo>
                <a:lnTo>
                  <a:pt x="1505663" y="1587418"/>
                </a:lnTo>
                <a:lnTo>
                  <a:pt x="1505663" y="1246866"/>
                </a:lnTo>
                <a:lnTo>
                  <a:pt x="454991" y="1246866"/>
                </a:lnTo>
                <a:cubicBezTo>
                  <a:pt x="203706" y="1246866"/>
                  <a:pt x="0" y="1043160"/>
                  <a:pt x="0" y="791875"/>
                </a:cubicBezTo>
                <a:cubicBezTo>
                  <a:pt x="0" y="540590"/>
                  <a:pt x="203706" y="336884"/>
                  <a:pt x="454991" y="336884"/>
                </a:cubicBezTo>
                <a:lnTo>
                  <a:pt x="1505663" y="336884"/>
                </a:lnTo>
                <a:close/>
              </a:path>
            </a:pathLst>
          </a:custGeom>
          <a:solidFill>
            <a:schemeClr val="accent2"/>
          </a:solidFill>
          <a:ln w="12700" cap="sq">
            <a:noFill/>
            <a:miter/>
          </a:ln>
        </p:spPr>
        <p:txBody>
          <a:bodyPr vert="horz" wrap="square" lIns="91440" tIns="45720" rIns="91440" bIns="45720" rtlCol="0" anchor="ctr"/>
          <a:p>
            <a:pPr algn="ctr">
              <a:lnSpc>
                <a:spcPct val="110000"/>
              </a:lnSpc>
            </a:pPr>
            <a:endParaRPr kumimoji="1" lang="zh-CN" altLang="en-US"/>
          </a:p>
        </p:txBody>
      </p:sp>
      <p:sp>
        <p:nvSpPr>
          <p:cNvPr id="9" name="标题 1"/>
          <p:cNvSpPr txBox="1"/>
          <p:nvPr>
            <p:custDataLst>
              <p:tags r:id="rId6"/>
            </p:custDataLst>
          </p:nvPr>
        </p:nvSpPr>
        <p:spPr>
          <a:xfrm>
            <a:off x="1844675" y="2501265"/>
            <a:ext cx="5093970" cy="1508125"/>
          </a:xfrm>
          <a:prstGeom prst="rect">
            <a:avLst/>
          </a:prstGeom>
          <a:noFill/>
          <a:ln cap="sq">
            <a:noFill/>
          </a:ln>
        </p:spPr>
        <p:txBody>
          <a:bodyPr vert="horz" wrap="square" lIns="0" tIns="0" rIns="0" bIns="0" rtlCol="0" anchor="t"/>
          <a:p>
            <a:pPr algn="r">
              <a:lnSpc>
                <a:spcPct val="150000"/>
              </a:lnSpc>
            </a:pPr>
            <a:r>
              <a:rPr kumimoji="1" lang="en-US" altLang="zh-CN" sz="1265">
                <a:ln w="12700">
                  <a:noFill/>
                </a:ln>
                <a:solidFill>
                  <a:srgbClr val="262626">
                    <a:alpha val="100000"/>
                  </a:srgbClr>
                </a:solidFill>
                <a:latin typeface="Source Han Sans" panose="020B0400000000000000" charset="-122"/>
                <a:ea typeface="Source Han Sans" panose="020B0400000000000000" charset="-122"/>
                <a:cs typeface="Source Han Sans" panose="020B0400000000000000" charset="-122"/>
              </a:rPr>
              <a:t>除了核心功能模块，还包括登录注册、用户管理、个人信息管理、报表展示等辅助功能模块，为系统的正常运行提供支持，确保用户能够顺利使用系统并获取所需信息。</a:t>
            </a:r>
            <a:endParaRPr kumimoji="1" lang="zh-CN" altLang="en-US"/>
          </a:p>
        </p:txBody>
      </p:sp>
      <p:sp>
        <p:nvSpPr>
          <p:cNvPr id="10" name="标题 1"/>
          <p:cNvSpPr txBox="1"/>
          <p:nvPr>
            <p:custDataLst>
              <p:tags r:id="rId7"/>
            </p:custDataLst>
          </p:nvPr>
        </p:nvSpPr>
        <p:spPr>
          <a:xfrm>
            <a:off x="1844715" y="1971169"/>
            <a:ext cx="5093747" cy="463786"/>
          </a:xfrm>
          <a:prstGeom prst="rect">
            <a:avLst/>
          </a:prstGeom>
          <a:noFill/>
          <a:ln cap="sq">
            <a:noFill/>
          </a:ln>
        </p:spPr>
        <p:txBody>
          <a:bodyPr vert="horz" wrap="square" lIns="0" tIns="0" rIns="0" bIns="0" rtlCol="0" anchor="b"/>
          <a:p>
            <a:pPr algn="r">
              <a:lnSpc>
                <a:spcPct val="130000"/>
              </a:lnSpc>
            </a:pPr>
            <a:r>
              <a:rPr kumimoji="1" lang="en-US" altLang="zh-CN" sz="1600" b="1">
                <a:ln w="12700">
                  <a:noFill/>
                </a:ln>
                <a:solidFill>
                  <a:srgbClr val="0094D9">
                    <a:alpha val="100000"/>
                  </a:srgbClr>
                </a:solidFill>
                <a:latin typeface="Source Han Sans CN Bold" panose="020B0800000000000000" charset="-122"/>
                <a:ea typeface="Source Han Sans CN Bold" panose="020B0800000000000000" charset="-122"/>
                <a:cs typeface="Source Han Sans CN Bold" panose="020B0800000000000000" charset="-122"/>
              </a:rPr>
              <a:t>辅助功能模块</a:t>
            </a:r>
            <a:endParaRPr kumimoji="1" lang="en-US" altLang="zh-CN" sz="1600" b="1">
              <a:ln w="12700">
                <a:noFill/>
              </a:ln>
              <a:solidFill>
                <a:srgbClr val="0094D9">
                  <a:alpha val="100000"/>
                </a:srgbClr>
              </a:solidFill>
              <a:latin typeface="Source Han Sans CN Bold" panose="020B0800000000000000" charset="-122"/>
              <a:ea typeface="Source Han Sans CN Bold" panose="020B0800000000000000" charset="-122"/>
              <a:cs typeface="Source Han Sans CN Bold" panose="020B0800000000000000" charset="-122"/>
            </a:endParaRPr>
          </a:p>
        </p:txBody>
      </p:sp>
      <p:sp>
        <p:nvSpPr>
          <p:cNvPr id="15" name="标题 1"/>
          <p:cNvSpPr txBox="1"/>
          <p:nvPr>
            <p:custDataLst>
              <p:tags r:id="rId8"/>
            </p:custDataLst>
          </p:nvPr>
        </p:nvSpPr>
        <p:spPr>
          <a:xfrm>
            <a:off x="350619" y="3742786"/>
            <a:ext cx="1582819" cy="1052362"/>
          </a:xfrm>
          <a:custGeom>
            <a:avLst/>
            <a:gdLst>
              <a:gd name="connsiteX0" fmla="*/ 1505663 w 2251241"/>
              <a:gd name="connsiteY0" fmla="*/ 0 h 1587418"/>
              <a:gd name="connsiteX1" fmla="*/ 2251241 w 2251241"/>
              <a:gd name="connsiteY1" fmla="*/ 793709 h 1587418"/>
              <a:gd name="connsiteX2" fmla="*/ 1505663 w 2251241"/>
              <a:gd name="connsiteY2" fmla="*/ 1587418 h 1587418"/>
              <a:gd name="connsiteX3" fmla="*/ 1505663 w 2251241"/>
              <a:gd name="connsiteY3" fmla="*/ 1246866 h 1587418"/>
              <a:gd name="connsiteX4" fmla="*/ 454991 w 2251241"/>
              <a:gd name="connsiteY4" fmla="*/ 1246866 h 1587418"/>
              <a:gd name="connsiteX5" fmla="*/ 0 w 2251241"/>
              <a:gd name="connsiteY5" fmla="*/ 791875 h 1587418"/>
              <a:gd name="connsiteX6" fmla="*/ 454991 w 2251241"/>
              <a:gd name="connsiteY6" fmla="*/ 336884 h 1587418"/>
              <a:gd name="connsiteX7" fmla="*/ 1505663 w 2251241"/>
              <a:gd name="connsiteY7" fmla="*/ 336884 h 1587418"/>
            </a:gdLst>
            <a:ahLst/>
            <a:cxnLst/>
            <a:rect l="l" t="t" r="r" b="b"/>
            <a:pathLst>
              <a:path w="2251241" h="1587418">
                <a:moveTo>
                  <a:pt x="1505663" y="0"/>
                </a:moveTo>
                <a:lnTo>
                  <a:pt x="2251241" y="793709"/>
                </a:lnTo>
                <a:lnTo>
                  <a:pt x="1505663" y="1587418"/>
                </a:lnTo>
                <a:lnTo>
                  <a:pt x="1505663" y="1246866"/>
                </a:lnTo>
                <a:lnTo>
                  <a:pt x="454991" y="1246866"/>
                </a:lnTo>
                <a:cubicBezTo>
                  <a:pt x="203706" y="1246866"/>
                  <a:pt x="0" y="1043160"/>
                  <a:pt x="0" y="791875"/>
                </a:cubicBezTo>
                <a:cubicBezTo>
                  <a:pt x="0" y="540590"/>
                  <a:pt x="203706" y="336884"/>
                  <a:pt x="454991" y="336884"/>
                </a:cubicBezTo>
                <a:lnTo>
                  <a:pt x="1505663" y="336884"/>
                </a:lnTo>
                <a:close/>
              </a:path>
            </a:pathLst>
          </a:custGeom>
          <a:solidFill>
            <a:schemeClr val="accent1"/>
          </a:solidFill>
          <a:ln w="12700" cap="sq">
            <a:noFill/>
            <a:miter/>
          </a:ln>
        </p:spPr>
        <p:txBody>
          <a:bodyPr vert="horz" wrap="square" lIns="91440" tIns="45720" rIns="91440" bIns="45720" rtlCol="0" anchor="ctr"/>
          <a:p>
            <a:pPr algn="ctr">
              <a:lnSpc>
                <a:spcPct val="110000"/>
              </a:lnSpc>
            </a:pPr>
            <a:endParaRPr kumimoji="1" lang="zh-CN" altLang="en-US"/>
          </a:p>
        </p:txBody>
      </p:sp>
      <p:sp>
        <p:nvSpPr>
          <p:cNvPr id="17" name="标题 1"/>
          <p:cNvSpPr txBox="1"/>
          <p:nvPr>
            <p:custDataLst>
              <p:tags r:id="rId9"/>
            </p:custDataLst>
          </p:nvPr>
        </p:nvSpPr>
        <p:spPr>
          <a:xfrm>
            <a:off x="2121397" y="3893312"/>
            <a:ext cx="5093747" cy="583082"/>
          </a:xfrm>
          <a:prstGeom prst="rect">
            <a:avLst/>
          </a:prstGeom>
          <a:noFill/>
          <a:ln cap="sq">
            <a:noFill/>
          </a:ln>
        </p:spPr>
        <p:txBody>
          <a:bodyPr vert="horz" wrap="square" lIns="0" tIns="0" rIns="0" bIns="0" rtlCol="0" anchor="t"/>
          <a:p>
            <a:pPr algn="l">
              <a:lnSpc>
                <a:spcPct val="150000"/>
              </a:lnSpc>
            </a:pPr>
            <a:r>
              <a:rPr kumimoji="1" lang="en-US" altLang="zh-CN" sz="1265">
                <a:ln w="12700">
                  <a:noFill/>
                </a:ln>
                <a:solidFill>
                  <a:srgbClr val="262626">
                    <a:alpha val="100000"/>
                  </a:srgbClr>
                </a:solidFill>
                <a:latin typeface="Source Han Sans" panose="020B0400000000000000" charset="-122"/>
                <a:ea typeface="Source Han Sans" panose="020B0400000000000000" charset="-122"/>
                <a:cs typeface="Source Han Sans" panose="020B0400000000000000" charset="-122"/>
              </a:rPr>
              <a:t>系统在性能方面要求响应时间短、并发用户数多、吞吐量高；在安全性方面，采用基于角色的访问控制、密码加密存储等措施，保障用户数据安全。</a:t>
            </a:r>
            <a:endParaRPr kumimoji="1" lang="zh-CN" altLang="en-US"/>
          </a:p>
        </p:txBody>
      </p:sp>
      <p:sp>
        <p:nvSpPr>
          <p:cNvPr id="18" name="标题 1"/>
          <p:cNvSpPr txBox="1"/>
          <p:nvPr>
            <p:custDataLst>
              <p:tags r:id="rId10"/>
            </p:custDataLst>
          </p:nvPr>
        </p:nvSpPr>
        <p:spPr>
          <a:xfrm>
            <a:off x="2523283" y="3372980"/>
            <a:ext cx="5093747" cy="463786"/>
          </a:xfrm>
          <a:prstGeom prst="rect">
            <a:avLst/>
          </a:prstGeom>
          <a:noFill/>
          <a:ln cap="sq">
            <a:noFill/>
          </a:ln>
        </p:spPr>
        <p:txBody>
          <a:bodyPr vert="horz" wrap="square" lIns="0" tIns="0" rIns="0" bIns="0" rtlCol="0" anchor="b"/>
          <a:p>
            <a:pPr algn="l">
              <a:lnSpc>
                <a:spcPct val="130000"/>
              </a:lnSpc>
            </a:pPr>
            <a:r>
              <a:rPr kumimoji="1" lang="en-US" altLang="zh-CN" sz="1600" b="1">
                <a:ln w="12700">
                  <a:noFill/>
                </a:ln>
                <a:solidFill>
                  <a:srgbClr val="333132">
                    <a:alpha val="100000"/>
                  </a:srgbClr>
                </a:solidFill>
                <a:latin typeface="Source Han Sans CN Bold" panose="020B0800000000000000" charset="-122"/>
                <a:ea typeface="Source Han Sans CN Bold" panose="020B0800000000000000" charset="-122"/>
                <a:cs typeface="Source Han Sans CN Bold" panose="020B0800000000000000" charset="-122"/>
              </a:rPr>
              <a:t>非功能需求</a:t>
            </a:r>
            <a:endParaRPr kumimoji="1" lang="zh-CN" altLang="en-US" b="1"/>
          </a:p>
        </p:txBody>
      </p:sp>
      <p:sp>
        <p:nvSpPr>
          <p:cNvPr id="19" name="标题 1"/>
          <p:cNvSpPr txBox="1"/>
          <p:nvPr>
            <p:custDataLst>
              <p:tags r:id="rId11"/>
            </p:custDataLst>
          </p:nvPr>
        </p:nvSpPr>
        <p:spPr>
          <a:xfrm>
            <a:off x="916178" y="1353591"/>
            <a:ext cx="275837" cy="255168"/>
          </a:xfrm>
          <a:custGeom>
            <a:avLst/>
            <a:gdLst>
              <a:gd name="connsiteX0" fmla="*/ 56258 w 778320"/>
              <a:gd name="connsiteY0" fmla="*/ 333700 h 720001"/>
              <a:gd name="connsiteX1" fmla="*/ 56258 w 778320"/>
              <a:gd name="connsiteY1" fmla="*/ 627457 h 720001"/>
              <a:gd name="connsiteX2" fmla="*/ 66946 w 778320"/>
              <a:gd name="connsiteY2" fmla="*/ 653054 h 720001"/>
              <a:gd name="connsiteX3" fmla="*/ 92544 w 778320"/>
              <a:gd name="connsiteY3" fmla="*/ 663743 h 720001"/>
              <a:gd name="connsiteX4" fmla="*/ 685683 w 778320"/>
              <a:gd name="connsiteY4" fmla="*/ 663743 h 720001"/>
              <a:gd name="connsiteX5" fmla="*/ 711281 w 778320"/>
              <a:gd name="connsiteY5" fmla="*/ 653054 h 720001"/>
              <a:gd name="connsiteX6" fmla="*/ 721969 w 778320"/>
              <a:gd name="connsiteY6" fmla="*/ 627457 h 720001"/>
              <a:gd name="connsiteX7" fmla="*/ 721969 w 778320"/>
              <a:gd name="connsiteY7" fmla="*/ 333700 h 720001"/>
              <a:gd name="connsiteX8" fmla="*/ 92544 w 778320"/>
              <a:gd name="connsiteY8" fmla="*/ 142049 h 720001"/>
              <a:gd name="connsiteX9" fmla="*/ 56258 w 778320"/>
              <a:gd name="connsiteY9" fmla="*/ 178336 h 720001"/>
              <a:gd name="connsiteX10" fmla="*/ 56258 w 778320"/>
              <a:gd name="connsiteY10" fmla="*/ 277443 h 720001"/>
              <a:gd name="connsiteX11" fmla="*/ 721969 w 778320"/>
              <a:gd name="connsiteY11" fmla="*/ 277443 h 720001"/>
              <a:gd name="connsiteX12" fmla="*/ 721969 w 778320"/>
              <a:gd name="connsiteY12" fmla="*/ 178336 h 720001"/>
              <a:gd name="connsiteX13" fmla="*/ 685683 w 778320"/>
              <a:gd name="connsiteY13" fmla="*/ 142049 h 720001"/>
              <a:gd name="connsiteX14" fmla="*/ 561355 w 778320"/>
              <a:gd name="connsiteY14" fmla="*/ 142049 h 720001"/>
              <a:gd name="connsiteX15" fmla="*/ 561355 w 778320"/>
              <a:gd name="connsiteY15" fmla="*/ 201026 h 720001"/>
              <a:gd name="connsiteX16" fmla="*/ 533226 w 778320"/>
              <a:gd name="connsiteY16" fmla="*/ 229249 h 720001"/>
              <a:gd name="connsiteX17" fmla="*/ 505097 w 778320"/>
              <a:gd name="connsiteY17" fmla="*/ 201120 h 720001"/>
              <a:gd name="connsiteX18" fmla="*/ 505097 w 778320"/>
              <a:gd name="connsiteY18" fmla="*/ 142049 h 720001"/>
              <a:gd name="connsiteX19" fmla="*/ 273129 w 778320"/>
              <a:gd name="connsiteY19" fmla="*/ 142049 h 720001"/>
              <a:gd name="connsiteX20" fmla="*/ 273129 w 778320"/>
              <a:gd name="connsiteY20" fmla="*/ 201026 h 720001"/>
              <a:gd name="connsiteX21" fmla="*/ 245001 w 778320"/>
              <a:gd name="connsiteY21" fmla="*/ 229249 h 720001"/>
              <a:gd name="connsiteX22" fmla="*/ 216872 w 778320"/>
              <a:gd name="connsiteY22" fmla="*/ 201120 h 720001"/>
              <a:gd name="connsiteX23" fmla="*/ 216872 w 778320"/>
              <a:gd name="connsiteY23" fmla="*/ 142049 h 720001"/>
              <a:gd name="connsiteX24" fmla="*/ 245001 w 778320"/>
              <a:gd name="connsiteY24" fmla="*/ 0 h 720001"/>
              <a:gd name="connsiteX25" fmla="*/ 273129 w 778320"/>
              <a:gd name="connsiteY25" fmla="*/ 28129 h 720001"/>
              <a:gd name="connsiteX26" fmla="*/ 273129 w 778320"/>
              <a:gd name="connsiteY26" fmla="*/ 85792 h 720001"/>
              <a:gd name="connsiteX27" fmla="*/ 505097 w 778320"/>
              <a:gd name="connsiteY27" fmla="*/ 85792 h 720001"/>
              <a:gd name="connsiteX28" fmla="*/ 505097 w 778320"/>
              <a:gd name="connsiteY28" fmla="*/ 28129 h 720001"/>
              <a:gd name="connsiteX29" fmla="*/ 533226 w 778320"/>
              <a:gd name="connsiteY29" fmla="*/ 0 h 720001"/>
              <a:gd name="connsiteX30" fmla="*/ 561355 w 778320"/>
              <a:gd name="connsiteY30" fmla="*/ 28129 h 720001"/>
              <a:gd name="connsiteX31" fmla="*/ 561355 w 778320"/>
              <a:gd name="connsiteY31" fmla="*/ 85792 h 720001"/>
              <a:gd name="connsiteX32" fmla="*/ 685683 w 778320"/>
              <a:gd name="connsiteY32" fmla="*/ 85792 h 720001"/>
              <a:gd name="connsiteX33" fmla="*/ 778320 w 778320"/>
              <a:gd name="connsiteY33" fmla="*/ 178336 h 720001"/>
              <a:gd name="connsiteX34" fmla="*/ 778320 w 778320"/>
              <a:gd name="connsiteY34" fmla="*/ 627457 h 720001"/>
              <a:gd name="connsiteX35" fmla="*/ 685777 w 778320"/>
              <a:gd name="connsiteY35" fmla="*/ 720001 h 720001"/>
              <a:gd name="connsiteX36" fmla="*/ 92544 w 778320"/>
              <a:gd name="connsiteY36" fmla="*/ 720001 h 720001"/>
              <a:gd name="connsiteX37" fmla="*/ 0 w 778320"/>
              <a:gd name="connsiteY37" fmla="*/ 627457 h 720001"/>
              <a:gd name="connsiteX38" fmla="*/ 0 w 778320"/>
              <a:gd name="connsiteY38" fmla="*/ 333700 h 720001"/>
              <a:gd name="connsiteX39" fmla="*/ 0 w 778320"/>
              <a:gd name="connsiteY39" fmla="*/ 277443 h 720001"/>
              <a:gd name="connsiteX40" fmla="*/ 0 w 778320"/>
              <a:gd name="connsiteY40" fmla="*/ 178336 h 720001"/>
              <a:gd name="connsiteX41" fmla="*/ 92544 w 778320"/>
              <a:gd name="connsiteY41" fmla="*/ 85792 h 720001"/>
              <a:gd name="connsiteX42" fmla="*/ 216872 w 778320"/>
              <a:gd name="connsiteY42" fmla="*/ 85792 h 720001"/>
              <a:gd name="connsiteX43" fmla="*/ 216872 w 778320"/>
              <a:gd name="connsiteY43" fmla="*/ 28129 h 720001"/>
              <a:gd name="connsiteX44" fmla="*/ 245001 w 778320"/>
              <a:gd name="connsiteY44" fmla="*/ 0 h 720001"/>
            </a:gdLst>
            <a:ahLst/>
            <a:cxnLst/>
            <a:rect l="l" t="t" r="r" b="b"/>
            <a:pathLst>
              <a:path w="778320" h="720001">
                <a:moveTo>
                  <a:pt x="56258" y="333700"/>
                </a:moveTo>
                <a:lnTo>
                  <a:pt x="56258" y="627457"/>
                </a:lnTo>
                <a:cubicBezTo>
                  <a:pt x="56258" y="637115"/>
                  <a:pt x="60008" y="646116"/>
                  <a:pt x="66946" y="653054"/>
                </a:cubicBezTo>
                <a:cubicBezTo>
                  <a:pt x="73885" y="659899"/>
                  <a:pt x="82980" y="663743"/>
                  <a:pt x="92544" y="663743"/>
                </a:cubicBezTo>
                <a:lnTo>
                  <a:pt x="685683" y="663743"/>
                </a:lnTo>
                <a:cubicBezTo>
                  <a:pt x="695341" y="663743"/>
                  <a:pt x="704342" y="659993"/>
                  <a:pt x="711281" y="653054"/>
                </a:cubicBezTo>
                <a:cubicBezTo>
                  <a:pt x="718125" y="646116"/>
                  <a:pt x="721969" y="637021"/>
                  <a:pt x="721969" y="627457"/>
                </a:cubicBezTo>
                <a:lnTo>
                  <a:pt x="721969" y="333700"/>
                </a:lnTo>
                <a:close/>
                <a:moveTo>
                  <a:pt x="92544" y="142049"/>
                </a:moveTo>
                <a:cubicBezTo>
                  <a:pt x="72478" y="142049"/>
                  <a:pt x="56258" y="158364"/>
                  <a:pt x="56258" y="178336"/>
                </a:cubicBezTo>
                <a:lnTo>
                  <a:pt x="56258" y="277443"/>
                </a:lnTo>
                <a:lnTo>
                  <a:pt x="721969" y="277443"/>
                </a:lnTo>
                <a:lnTo>
                  <a:pt x="721969" y="178336"/>
                </a:lnTo>
                <a:cubicBezTo>
                  <a:pt x="721969" y="158270"/>
                  <a:pt x="705655" y="142049"/>
                  <a:pt x="685683" y="142049"/>
                </a:cubicBezTo>
                <a:lnTo>
                  <a:pt x="561355" y="142049"/>
                </a:lnTo>
                <a:lnTo>
                  <a:pt x="561355" y="201026"/>
                </a:lnTo>
                <a:cubicBezTo>
                  <a:pt x="561355" y="216591"/>
                  <a:pt x="548790" y="229249"/>
                  <a:pt x="533226" y="229249"/>
                </a:cubicBezTo>
                <a:cubicBezTo>
                  <a:pt x="517661" y="229249"/>
                  <a:pt x="505097" y="216685"/>
                  <a:pt x="505097" y="201120"/>
                </a:cubicBezTo>
                <a:lnTo>
                  <a:pt x="505097" y="142049"/>
                </a:lnTo>
                <a:lnTo>
                  <a:pt x="273129" y="142049"/>
                </a:lnTo>
                <a:lnTo>
                  <a:pt x="273129" y="201026"/>
                </a:lnTo>
                <a:cubicBezTo>
                  <a:pt x="273129" y="216591"/>
                  <a:pt x="260565" y="229249"/>
                  <a:pt x="245001" y="229249"/>
                </a:cubicBezTo>
                <a:cubicBezTo>
                  <a:pt x="229436" y="229249"/>
                  <a:pt x="216872" y="216685"/>
                  <a:pt x="216872" y="201120"/>
                </a:cubicBezTo>
                <a:lnTo>
                  <a:pt x="216872" y="142049"/>
                </a:lnTo>
                <a:close/>
                <a:moveTo>
                  <a:pt x="245001" y="0"/>
                </a:moveTo>
                <a:cubicBezTo>
                  <a:pt x="260565" y="0"/>
                  <a:pt x="273129" y="12564"/>
                  <a:pt x="273129" y="28129"/>
                </a:cubicBezTo>
                <a:lnTo>
                  <a:pt x="273129" y="85792"/>
                </a:lnTo>
                <a:lnTo>
                  <a:pt x="505097" y="85792"/>
                </a:lnTo>
                <a:lnTo>
                  <a:pt x="505097" y="28129"/>
                </a:lnTo>
                <a:cubicBezTo>
                  <a:pt x="505097" y="12564"/>
                  <a:pt x="517661" y="0"/>
                  <a:pt x="533226" y="0"/>
                </a:cubicBezTo>
                <a:cubicBezTo>
                  <a:pt x="548790" y="0"/>
                  <a:pt x="561355" y="12564"/>
                  <a:pt x="561355" y="28129"/>
                </a:cubicBezTo>
                <a:lnTo>
                  <a:pt x="561355" y="85792"/>
                </a:lnTo>
                <a:lnTo>
                  <a:pt x="685683" y="85792"/>
                </a:lnTo>
                <a:cubicBezTo>
                  <a:pt x="736784" y="85792"/>
                  <a:pt x="778227" y="127235"/>
                  <a:pt x="778320" y="178336"/>
                </a:cubicBezTo>
                <a:lnTo>
                  <a:pt x="778320" y="627457"/>
                </a:lnTo>
                <a:cubicBezTo>
                  <a:pt x="778320" y="678370"/>
                  <a:pt x="736690" y="720001"/>
                  <a:pt x="685777" y="720001"/>
                </a:cubicBezTo>
                <a:lnTo>
                  <a:pt x="92544" y="720001"/>
                </a:lnTo>
                <a:cubicBezTo>
                  <a:pt x="41631" y="720001"/>
                  <a:pt x="0" y="678370"/>
                  <a:pt x="0" y="627457"/>
                </a:cubicBezTo>
                <a:lnTo>
                  <a:pt x="0" y="333700"/>
                </a:lnTo>
                <a:lnTo>
                  <a:pt x="0" y="277443"/>
                </a:lnTo>
                <a:lnTo>
                  <a:pt x="0" y="178336"/>
                </a:lnTo>
                <a:cubicBezTo>
                  <a:pt x="0" y="127235"/>
                  <a:pt x="41443" y="85792"/>
                  <a:pt x="92544" y="85792"/>
                </a:cubicBezTo>
                <a:lnTo>
                  <a:pt x="216872" y="85792"/>
                </a:lnTo>
                <a:lnTo>
                  <a:pt x="216872" y="28129"/>
                </a:lnTo>
                <a:cubicBezTo>
                  <a:pt x="216872" y="12564"/>
                  <a:pt x="229436" y="0"/>
                  <a:pt x="245001" y="0"/>
                </a:cubicBezTo>
                <a:close/>
              </a:path>
            </a:pathLst>
          </a:custGeom>
          <a:solidFill>
            <a:schemeClr val="bg1"/>
          </a:solidFill>
          <a:ln w="1860" cap="flat">
            <a:noFill/>
            <a:miter/>
          </a:ln>
        </p:spPr>
        <p:txBody>
          <a:bodyPr vert="horz" wrap="square" lIns="91440" tIns="45720" rIns="91440" bIns="45720" rtlCol="0" anchor="ctr"/>
          <a:p>
            <a:pPr algn="l">
              <a:lnSpc>
                <a:spcPct val="110000"/>
              </a:lnSpc>
            </a:pPr>
            <a:endParaRPr kumimoji="1" lang="zh-CN" altLang="en-US"/>
          </a:p>
        </p:txBody>
      </p:sp>
      <p:sp>
        <p:nvSpPr>
          <p:cNvPr id="20" name="标题 1"/>
          <p:cNvSpPr txBox="1"/>
          <p:nvPr>
            <p:custDataLst>
              <p:tags r:id="rId12"/>
            </p:custDataLst>
          </p:nvPr>
        </p:nvSpPr>
        <p:spPr>
          <a:xfrm>
            <a:off x="950319" y="4130959"/>
            <a:ext cx="241531" cy="275837"/>
          </a:xfrm>
          <a:custGeom>
            <a:avLst/>
            <a:gdLst>
              <a:gd name="connsiteX0" fmla="*/ 1449958 w 1449958"/>
              <a:gd name="connsiteY0" fmla="*/ 669913 h 1655898"/>
              <a:gd name="connsiteX1" fmla="*/ 1449586 w 1449958"/>
              <a:gd name="connsiteY1" fmla="*/ 666192 h 1655898"/>
              <a:gd name="connsiteX2" fmla="*/ 1449586 w 1449958"/>
              <a:gd name="connsiteY2" fmla="*/ 665634 h 1655898"/>
              <a:gd name="connsiteX3" fmla="*/ 1448098 w 1449958"/>
              <a:gd name="connsiteY3" fmla="*/ 658006 h 1655898"/>
              <a:gd name="connsiteX4" fmla="*/ 1445307 w 1449958"/>
              <a:gd name="connsiteY4" fmla="*/ 650379 h 1655898"/>
              <a:gd name="connsiteX5" fmla="*/ 1443633 w 1449958"/>
              <a:gd name="connsiteY5" fmla="*/ 646844 h 1655898"/>
              <a:gd name="connsiteX6" fmla="*/ 1441772 w 1449958"/>
              <a:gd name="connsiteY6" fmla="*/ 643496 h 1655898"/>
              <a:gd name="connsiteX7" fmla="*/ 1441400 w 1449958"/>
              <a:gd name="connsiteY7" fmla="*/ 643124 h 1655898"/>
              <a:gd name="connsiteX8" fmla="*/ 1439354 w 1449958"/>
              <a:gd name="connsiteY8" fmla="*/ 640147 h 1655898"/>
              <a:gd name="connsiteX9" fmla="*/ 1439168 w 1449958"/>
              <a:gd name="connsiteY9" fmla="*/ 639775 h 1655898"/>
              <a:gd name="connsiteX10" fmla="*/ 1436936 w 1449958"/>
              <a:gd name="connsiteY10" fmla="*/ 636798 h 1655898"/>
              <a:gd name="connsiteX11" fmla="*/ 1436378 w 1449958"/>
              <a:gd name="connsiteY11" fmla="*/ 636240 h 1655898"/>
              <a:gd name="connsiteX12" fmla="*/ 1433773 w 1449958"/>
              <a:gd name="connsiteY12" fmla="*/ 633450 h 1655898"/>
              <a:gd name="connsiteX13" fmla="*/ 816136 w 1449958"/>
              <a:gd name="connsiteY13" fmla="*/ 15813 h 1655898"/>
              <a:gd name="connsiteX14" fmla="*/ 813346 w 1449958"/>
              <a:gd name="connsiteY14" fmla="*/ 13208 h 1655898"/>
              <a:gd name="connsiteX15" fmla="*/ 812788 w 1449958"/>
              <a:gd name="connsiteY15" fmla="*/ 12650 h 1655898"/>
              <a:gd name="connsiteX16" fmla="*/ 809997 w 1449958"/>
              <a:gd name="connsiteY16" fmla="*/ 10418 h 1655898"/>
              <a:gd name="connsiteX17" fmla="*/ 809625 w 1449958"/>
              <a:gd name="connsiteY17" fmla="*/ 10232 h 1655898"/>
              <a:gd name="connsiteX18" fmla="*/ 806834 w 1449958"/>
              <a:gd name="connsiteY18" fmla="*/ 8372 h 1655898"/>
              <a:gd name="connsiteX19" fmla="*/ 806276 w 1449958"/>
              <a:gd name="connsiteY19" fmla="*/ 8000 h 1655898"/>
              <a:gd name="connsiteX20" fmla="*/ 802928 w 1449958"/>
              <a:gd name="connsiteY20" fmla="*/ 6139 h 1655898"/>
              <a:gd name="connsiteX21" fmla="*/ 802742 w 1449958"/>
              <a:gd name="connsiteY21" fmla="*/ 6139 h 1655898"/>
              <a:gd name="connsiteX22" fmla="*/ 799207 w 1449958"/>
              <a:gd name="connsiteY22" fmla="*/ 4465 h 1655898"/>
              <a:gd name="connsiteX23" fmla="*/ 799021 w 1449958"/>
              <a:gd name="connsiteY23" fmla="*/ 4465 h 1655898"/>
              <a:gd name="connsiteX24" fmla="*/ 791580 w 1449958"/>
              <a:gd name="connsiteY24" fmla="*/ 1860 h 1655898"/>
              <a:gd name="connsiteX25" fmla="*/ 791394 w 1449958"/>
              <a:gd name="connsiteY25" fmla="*/ 1860 h 1655898"/>
              <a:gd name="connsiteX26" fmla="*/ 783766 w 1449958"/>
              <a:gd name="connsiteY26" fmla="*/ 372 h 1655898"/>
              <a:gd name="connsiteX27" fmla="*/ 783022 w 1449958"/>
              <a:gd name="connsiteY27" fmla="*/ 372 h 1655898"/>
              <a:gd name="connsiteX28" fmla="*/ 779301 w 1449958"/>
              <a:gd name="connsiteY28" fmla="*/ 0 h 1655898"/>
              <a:gd name="connsiteX29" fmla="*/ 261751 w 1449958"/>
              <a:gd name="connsiteY29" fmla="*/ 0 h 1655898"/>
              <a:gd name="connsiteX30" fmla="*/ 0 w 1449958"/>
              <a:gd name="connsiteY30" fmla="*/ 261751 h 1655898"/>
              <a:gd name="connsiteX31" fmla="*/ 0 w 1449958"/>
              <a:gd name="connsiteY31" fmla="*/ 1394148 h 1655898"/>
              <a:gd name="connsiteX32" fmla="*/ 261751 w 1449958"/>
              <a:gd name="connsiteY32" fmla="*/ 1655899 h 1655898"/>
              <a:gd name="connsiteX33" fmla="*/ 1188207 w 1449958"/>
              <a:gd name="connsiteY33" fmla="*/ 1655899 h 1655898"/>
              <a:gd name="connsiteX34" fmla="*/ 1449958 w 1449958"/>
              <a:gd name="connsiteY34" fmla="*/ 1394148 h 1655898"/>
              <a:gd name="connsiteX35" fmla="*/ 1449958 w 1449958"/>
              <a:gd name="connsiteY35" fmla="*/ 672889 h 1655898"/>
              <a:gd name="connsiteX36" fmla="*/ 1449958 w 1449958"/>
              <a:gd name="connsiteY36" fmla="*/ 669913 h 1655898"/>
              <a:gd name="connsiteX37" fmla="*/ 832321 w 1449958"/>
              <a:gd name="connsiteY37" fmla="*/ 466948 h 1655898"/>
              <a:gd name="connsiteX38" fmla="*/ 832321 w 1449958"/>
              <a:gd name="connsiteY38" fmla="*/ 189942 h 1655898"/>
              <a:gd name="connsiteX39" fmla="*/ 1259458 w 1449958"/>
              <a:gd name="connsiteY39" fmla="*/ 617079 h 1655898"/>
              <a:gd name="connsiteX40" fmla="*/ 982452 w 1449958"/>
              <a:gd name="connsiteY40" fmla="*/ 617079 h 1655898"/>
              <a:gd name="connsiteX41" fmla="*/ 832321 w 1449958"/>
              <a:gd name="connsiteY41" fmla="*/ 466948 h 1655898"/>
              <a:gd name="connsiteX42" fmla="*/ 1338337 w 1449958"/>
              <a:gd name="connsiteY42" fmla="*/ 1393403 h 1655898"/>
              <a:gd name="connsiteX43" fmla="*/ 1188207 w 1449958"/>
              <a:gd name="connsiteY43" fmla="*/ 1543534 h 1655898"/>
              <a:gd name="connsiteX44" fmla="*/ 261751 w 1449958"/>
              <a:gd name="connsiteY44" fmla="*/ 1543534 h 1655898"/>
              <a:gd name="connsiteX45" fmla="*/ 111621 w 1449958"/>
              <a:gd name="connsiteY45" fmla="*/ 1393403 h 1655898"/>
              <a:gd name="connsiteX46" fmla="*/ 111621 w 1449958"/>
              <a:gd name="connsiteY46" fmla="*/ 261007 h 1655898"/>
              <a:gd name="connsiteX47" fmla="*/ 261751 w 1449958"/>
              <a:gd name="connsiteY47" fmla="*/ 110877 h 1655898"/>
              <a:gd name="connsiteX48" fmla="*/ 720700 w 1449958"/>
              <a:gd name="connsiteY48" fmla="*/ 110877 h 1655898"/>
              <a:gd name="connsiteX49" fmla="*/ 720700 w 1449958"/>
              <a:gd name="connsiteY49" fmla="*/ 466948 h 1655898"/>
              <a:gd name="connsiteX50" fmla="*/ 982452 w 1449958"/>
              <a:gd name="connsiteY50" fmla="*/ 728700 h 1655898"/>
              <a:gd name="connsiteX51" fmla="*/ 1338523 w 1449958"/>
              <a:gd name="connsiteY51" fmla="*/ 728700 h 1655898"/>
              <a:gd name="connsiteX52" fmla="*/ 1338523 w 1449958"/>
              <a:gd name="connsiteY52" fmla="*/ 1393403 h 1655898"/>
            </a:gdLst>
            <a:ahLst/>
            <a:cxnLst/>
            <a:rect l="l" t="t" r="r" b="b"/>
            <a:pathLst>
              <a:path w="1449958" h="1655898">
                <a:moveTo>
                  <a:pt x="1449958" y="669913"/>
                </a:moveTo>
                <a:cubicBezTo>
                  <a:pt x="1449958" y="668610"/>
                  <a:pt x="1449772" y="667308"/>
                  <a:pt x="1449586" y="666192"/>
                </a:cubicBezTo>
                <a:lnTo>
                  <a:pt x="1449586" y="665634"/>
                </a:lnTo>
                <a:cubicBezTo>
                  <a:pt x="1449214" y="663029"/>
                  <a:pt x="1448656" y="660425"/>
                  <a:pt x="1448098" y="658006"/>
                </a:cubicBezTo>
                <a:cubicBezTo>
                  <a:pt x="1447354" y="655402"/>
                  <a:pt x="1446423" y="652797"/>
                  <a:pt x="1445307" y="650379"/>
                </a:cubicBezTo>
                <a:cubicBezTo>
                  <a:pt x="1444749" y="649077"/>
                  <a:pt x="1444191" y="647960"/>
                  <a:pt x="1443633" y="646844"/>
                </a:cubicBezTo>
                <a:cubicBezTo>
                  <a:pt x="1443075" y="645728"/>
                  <a:pt x="1442331" y="644612"/>
                  <a:pt x="1441772" y="643496"/>
                </a:cubicBezTo>
                <a:cubicBezTo>
                  <a:pt x="1441587" y="643310"/>
                  <a:pt x="1441587" y="643124"/>
                  <a:pt x="1441400" y="643124"/>
                </a:cubicBezTo>
                <a:cubicBezTo>
                  <a:pt x="1440842" y="642193"/>
                  <a:pt x="1440098" y="641077"/>
                  <a:pt x="1439354" y="640147"/>
                </a:cubicBezTo>
                <a:cubicBezTo>
                  <a:pt x="1439354" y="640147"/>
                  <a:pt x="1439168" y="639961"/>
                  <a:pt x="1439168" y="639775"/>
                </a:cubicBezTo>
                <a:cubicBezTo>
                  <a:pt x="1438424" y="638845"/>
                  <a:pt x="1437680" y="637729"/>
                  <a:pt x="1436936" y="636798"/>
                </a:cubicBezTo>
                <a:lnTo>
                  <a:pt x="1436378" y="636240"/>
                </a:lnTo>
                <a:cubicBezTo>
                  <a:pt x="1435633" y="635310"/>
                  <a:pt x="1434703" y="634380"/>
                  <a:pt x="1433773" y="633450"/>
                </a:cubicBezTo>
                <a:lnTo>
                  <a:pt x="816136" y="15813"/>
                </a:lnTo>
                <a:cubicBezTo>
                  <a:pt x="815206" y="14883"/>
                  <a:pt x="814276" y="14139"/>
                  <a:pt x="813346" y="13208"/>
                </a:cubicBezTo>
                <a:lnTo>
                  <a:pt x="812788" y="12650"/>
                </a:lnTo>
                <a:lnTo>
                  <a:pt x="809997" y="10418"/>
                </a:lnTo>
                <a:cubicBezTo>
                  <a:pt x="809811" y="10418"/>
                  <a:pt x="809811" y="10232"/>
                  <a:pt x="809625" y="10232"/>
                </a:cubicBezTo>
                <a:cubicBezTo>
                  <a:pt x="808695" y="9488"/>
                  <a:pt x="807765" y="8930"/>
                  <a:pt x="806834" y="8372"/>
                </a:cubicBezTo>
                <a:cubicBezTo>
                  <a:pt x="806649" y="8186"/>
                  <a:pt x="806462" y="8186"/>
                  <a:pt x="806276" y="8000"/>
                </a:cubicBezTo>
                <a:cubicBezTo>
                  <a:pt x="805160" y="7255"/>
                  <a:pt x="804044" y="6697"/>
                  <a:pt x="802928" y="6139"/>
                </a:cubicBezTo>
                <a:lnTo>
                  <a:pt x="802742" y="6139"/>
                </a:lnTo>
                <a:cubicBezTo>
                  <a:pt x="801626" y="5581"/>
                  <a:pt x="800509" y="5023"/>
                  <a:pt x="799207" y="4465"/>
                </a:cubicBezTo>
                <a:lnTo>
                  <a:pt x="799021" y="4465"/>
                </a:lnTo>
                <a:cubicBezTo>
                  <a:pt x="796603" y="3349"/>
                  <a:pt x="793998" y="2418"/>
                  <a:pt x="791580" y="1860"/>
                </a:cubicBezTo>
                <a:lnTo>
                  <a:pt x="791394" y="1860"/>
                </a:lnTo>
                <a:cubicBezTo>
                  <a:pt x="788975" y="1116"/>
                  <a:pt x="786371" y="744"/>
                  <a:pt x="783766" y="372"/>
                </a:cubicBezTo>
                <a:lnTo>
                  <a:pt x="783022" y="372"/>
                </a:lnTo>
                <a:cubicBezTo>
                  <a:pt x="781720" y="186"/>
                  <a:pt x="780604" y="186"/>
                  <a:pt x="779301" y="0"/>
                </a:cubicBezTo>
                <a:lnTo>
                  <a:pt x="261751" y="0"/>
                </a:lnTo>
                <a:cubicBezTo>
                  <a:pt x="117388" y="0"/>
                  <a:pt x="0" y="117388"/>
                  <a:pt x="0" y="261751"/>
                </a:cubicBezTo>
                <a:lnTo>
                  <a:pt x="0" y="1394148"/>
                </a:lnTo>
                <a:cubicBezTo>
                  <a:pt x="0" y="1538511"/>
                  <a:pt x="117388" y="1655899"/>
                  <a:pt x="261751" y="1655899"/>
                </a:cubicBezTo>
                <a:lnTo>
                  <a:pt x="1188207" y="1655899"/>
                </a:lnTo>
                <a:cubicBezTo>
                  <a:pt x="1332570" y="1655899"/>
                  <a:pt x="1449958" y="1538511"/>
                  <a:pt x="1449958" y="1394148"/>
                </a:cubicBezTo>
                <a:lnTo>
                  <a:pt x="1449958" y="672889"/>
                </a:lnTo>
                <a:lnTo>
                  <a:pt x="1449958" y="669913"/>
                </a:lnTo>
                <a:close/>
                <a:moveTo>
                  <a:pt x="832321" y="466948"/>
                </a:moveTo>
                <a:lnTo>
                  <a:pt x="832321" y="189942"/>
                </a:lnTo>
                <a:lnTo>
                  <a:pt x="1259458" y="617079"/>
                </a:lnTo>
                <a:lnTo>
                  <a:pt x="982452" y="617079"/>
                </a:lnTo>
                <a:cubicBezTo>
                  <a:pt x="899666" y="617079"/>
                  <a:pt x="832321" y="549734"/>
                  <a:pt x="832321" y="466948"/>
                </a:cubicBezTo>
                <a:close/>
                <a:moveTo>
                  <a:pt x="1338337" y="1393403"/>
                </a:moveTo>
                <a:cubicBezTo>
                  <a:pt x="1338337" y="1476189"/>
                  <a:pt x="1270992" y="1543534"/>
                  <a:pt x="1188207" y="1543534"/>
                </a:cubicBezTo>
                <a:lnTo>
                  <a:pt x="261751" y="1543534"/>
                </a:lnTo>
                <a:cubicBezTo>
                  <a:pt x="178966" y="1543534"/>
                  <a:pt x="111621" y="1476189"/>
                  <a:pt x="111621" y="1393403"/>
                </a:cubicBezTo>
                <a:lnTo>
                  <a:pt x="111621" y="261007"/>
                </a:lnTo>
                <a:cubicBezTo>
                  <a:pt x="111621" y="178222"/>
                  <a:pt x="178966" y="110877"/>
                  <a:pt x="261751" y="110877"/>
                </a:cubicBezTo>
                <a:lnTo>
                  <a:pt x="720700" y="110877"/>
                </a:lnTo>
                <a:lnTo>
                  <a:pt x="720700" y="466948"/>
                </a:lnTo>
                <a:cubicBezTo>
                  <a:pt x="720700" y="611312"/>
                  <a:pt x="838088" y="728700"/>
                  <a:pt x="982452" y="728700"/>
                </a:cubicBezTo>
                <a:lnTo>
                  <a:pt x="1338523" y="728700"/>
                </a:lnTo>
                <a:lnTo>
                  <a:pt x="1338523" y="1393403"/>
                </a:lnTo>
                <a:close/>
              </a:path>
            </a:pathLst>
          </a:custGeom>
          <a:solidFill>
            <a:schemeClr val="bg1"/>
          </a:solidFill>
          <a:ln w="1860" cap="flat">
            <a:noFill/>
            <a:miter/>
          </a:ln>
        </p:spPr>
        <p:txBody>
          <a:bodyPr vert="horz" wrap="square" lIns="91440" tIns="45720" rIns="91440" bIns="45720" rtlCol="0" anchor="ctr"/>
          <a:p>
            <a:pPr algn="l">
              <a:lnSpc>
                <a:spcPct val="110000"/>
              </a:lnSpc>
            </a:pPr>
            <a:endParaRPr kumimoji="1" lang="zh-CN" altLang="en-US"/>
          </a:p>
        </p:txBody>
      </p:sp>
      <p:sp>
        <p:nvSpPr>
          <p:cNvPr id="21" name="标题 1"/>
          <p:cNvSpPr txBox="1"/>
          <p:nvPr>
            <p:custDataLst>
              <p:tags r:id="rId13"/>
            </p:custDataLst>
          </p:nvPr>
        </p:nvSpPr>
        <p:spPr>
          <a:xfrm>
            <a:off x="7953947" y="2655488"/>
            <a:ext cx="265270" cy="275837"/>
          </a:xfrm>
          <a:custGeom>
            <a:avLst/>
            <a:gdLst>
              <a:gd name="connsiteX0" fmla="*/ 337768 w 1372282"/>
              <a:gd name="connsiteY0" fmla="*/ 1315328 h 1426949"/>
              <a:gd name="connsiteX1" fmla="*/ 530173 w 1372282"/>
              <a:gd name="connsiteY1" fmla="*/ 1315328 h 1426949"/>
              <a:gd name="connsiteX2" fmla="*/ 842109 w 1372282"/>
              <a:gd name="connsiteY2" fmla="*/ 1315328 h 1426949"/>
              <a:gd name="connsiteX3" fmla="*/ 1034514 w 1372282"/>
              <a:gd name="connsiteY3" fmla="*/ 1315328 h 1426949"/>
              <a:gd name="connsiteX4" fmla="*/ 1090325 w 1372282"/>
              <a:gd name="connsiteY4" fmla="*/ 1371139 h 1426949"/>
              <a:gd name="connsiteX5" fmla="*/ 1034514 w 1372282"/>
              <a:gd name="connsiteY5" fmla="*/ 1426949 h 1426949"/>
              <a:gd name="connsiteX6" fmla="*/ 842109 w 1372282"/>
              <a:gd name="connsiteY6" fmla="*/ 1426949 h 1426949"/>
              <a:gd name="connsiteX7" fmla="*/ 530173 w 1372282"/>
              <a:gd name="connsiteY7" fmla="*/ 1426949 h 1426949"/>
              <a:gd name="connsiteX8" fmla="*/ 337768 w 1372282"/>
              <a:gd name="connsiteY8" fmla="*/ 1426949 h 1426949"/>
              <a:gd name="connsiteX9" fmla="*/ 281957 w 1372282"/>
              <a:gd name="connsiteY9" fmla="*/ 1371139 h 1426949"/>
              <a:gd name="connsiteX10" fmla="*/ 337768 w 1372282"/>
              <a:gd name="connsiteY10" fmla="*/ 1315328 h 1426949"/>
              <a:gd name="connsiteX11" fmla="*/ 686154 w 1372282"/>
              <a:gd name="connsiteY11" fmla="*/ 111621 h 1426949"/>
              <a:gd name="connsiteX12" fmla="*/ 237624 w 1372282"/>
              <a:gd name="connsiteY12" fmla="*/ 560152 h 1426949"/>
              <a:gd name="connsiteX13" fmla="*/ 237624 w 1372282"/>
              <a:gd name="connsiteY13" fmla="*/ 985614 h 1426949"/>
              <a:gd name="connsiteX14" fmla="*/ 229252 w 1372282"/>
              <a:gd name="connsiteY14" fmla="*/ 1014822 h 1426949"/>
              <a:gd name="connsiteX15" fmla="*/ 155768 w 1372282"/>
              <a:gd name="connsiteY15" fmla="*/ 1134814 h 1426949"/>
              <a:gd name="connsiteX16" fmla="*/ 1214680 w 1372282"/>
              <a:gd name="connsiteY16" fmla="*/ 1134814 h 1426949"/>
              <a:gd name="connsiteX17" fmla="*/ 1143429 w 1372282"/>
              <a:gd name="connsiteY17" fmla="*/ 1023565 h 1426949"/>
              <a:gd name="connsiteX18" fmla="*/ 1134685 w 1372282"/>
              <a:gd name="connsiteY18" fmla="*/ 993428 h 1426949"/>
              <a:gd name="connsiteX19" fmla="*/ 1134685 w 1372282"/>
              <a:gd name="connsiteY19" fmla="*/ 560152 h 1426949"/>
              <a:gd name="connsiteX20" fmla="*/ 686154 w 1372282"/>
              <a:gd name="connsiteY20" fmla="*/ 111621 h 1426949"/>
              <a:gd name="connsiteX21" fmla="*/ 686154 w 1372282"/>
              <a:gd name="connsiteY21" fmla="*/ 0 h 1426949"/>
              <a:gd name="connsiteX22" fmla="*/ 903815 w 1372282"/>
              <a:gd name="connsiteY22" fmla="*/ 44276 h 1426949"/>
              <a:gd name="connsiteX23" fmla="*/ 1081851 w 1372282"/>
              <a:gd name="connsiteY23" fmla="*/ 164455 h 1426949"/>
              <a:gd name="connsiteX24" fmla="*/ 1202030 w 1372282"/>
              <a:gd name="connsiteY24" fmla="*/ 342491 h 1426949"/>
              <a:gd name="connsiteX25" fmla="*/ 1246306 w 1372282"/>
              <a:gd name="connsiteY25" fmla="*/ 560152 h 1426949"/>
              <a:gd name="connsiteX26" fmla="*/ 1246306 w 1372282"/>
              <a:gd name="connsiteY26" fmla="*/ 977243 h 1426949"/>
              <a:gd name="connsiteX27" fmla="*/ 1363508 w 1372282"/>
              <a:gd name="connsiteY27" fmla="*/ 1160487 h 1426949"/>
              <a:gd name="connsiteX28" fmla="*/ 1365369 w 1372282"/>
              <a:gd name="connsiteY28" fmla="*/ 1217414 h 1426949"/>
              <a:gd name="connsiteX29" fmla="*/ 1316628 w 1372282"/>
              <a:gd name="connsiteY29" fmla="*/ 1246436 h 1426949"/>
              <a:gd name="connsiteX30" fmla="*/ 55867 w 1372282"/>
              <a:gd name="connsiteY30" fmla="*/ 1246436 h 1426949"/>
              <a:gd name="connsiteX31" fmla="*/ 7126 w 1372282"/>
              <a:gd name="connsiteY31" fmla="*/ 1217786 h 1426949"/>
              <a:gd name="connsiteX32" fmla="*/ 8242 w 1372282"/>
              <a:gd name="connsiteY32" fmla="*/ 1161232 h 1426949"/>
              <a:gd name="connsiteX33" fmla="*/ 126002 w 1372282"/>
              <a:gd name="connsiteY33" fmla="*/ 969801 h 1426949"/>
              <a:gd name="connsiteX34" fmla="*/ 126002 w 1372282"/>
              <a:gd name="connsiteY34" fmla="*/ 560152 h 1426949"/>
              <a:gd name="connsiteX35" fmla="*/ 170279 w 1372282"/>
              <a:gd name="connsiteY35" fmla="*/ 342491 h 1426949"/>
              <a:gd name="connsiteX36" fmla="*/ 290458 w 1372282"/>
              <a:gd name="connsiteY36" fmla="*/ 164455 h 1426949"/>
              <a:gd name="connsiteX37" fmla="*/ 468493 w 1372282"/>
              <a:gd name="connsiteY37" fmla="*/ 44276 h 1426949"/>
              <a:gd name="connsiteX38" fmla="*/ 686154 w 1372282"/>
              <a:gd name="connsiteY38" fmla="*/ 0 h 1426949"/>
            </a:gdLst>
            <a:ahLst/>
            <a:cxnLst/>
            <a:rect l="l" t="t" r="r" b="b"/>
            <a:pathLst>
              <a:path w="1372282" h="1426949">
                <a:moveTo>
                  <a:pt x="337768" y="1315328"/>
                </a:moveTo>
                <a:lnTo>
                  <a:pt x="530173" y="1315328"/>
                </a:lnTo>
                <a:lnTo>
                  <a:pt x="842109" y="1315328"/>
                </a:lnTo>
                <a:lnTo>
                  <a:pt x="1034514" y="1315328"/>
                </a:lnTo>
                <a:cubicBezTo>
                  <a:pt x="1065396" y="1315328"/>
                  <a:pt x="1090325" y="1340257"/>
                  <a:pt x="1090325" y="1371139"/>
                </a:cubicBezTo>
                <a:cubicBezTo>
                  <a:pt x="1090325" y="1402021"/>
                  <a:pt x="1065210" y="1426949"/>
                  <a:pt x="1034514" y="1426949"/>
                </a:cubicBezTo>
                <a:lnTo>
                  <a:pt x="842109" y="1426949"/>
                </a:lnTo>
                <a:lnTo>
                  <a:pt x="530173" y="1426949"/>
                </a:lnTo>
                <a:lnTo>
                  <a:pt x="337768" y="1426949"/>
                </a:lnTo>
                <a:cubicBezTo>
                  <a:pt x="306886" y="1426949"/>
                  <a:pt x="281957" y="1402021"/>
                  <a:pt x="281957" y="1371139"/>
                </a:cubicBezTo>
                <a:cubicBezTo>
                  <a:pt x="281957" y="1340257"/>
                  <a:pt x="306886" y="1315328"/>
                  <a:pt x="337768" y="1315328"/>
                </a:cubicBezTo>
                <a:close/>
                <a:moveTo>
                  <a:pt x="686154" y="111621"/>
                </a:moveTo>
                <a:cubicBezTo>
                  <a:pt x="438914" y="111621"/>
                  <a:pt x="237624" y="312725"/>
                  <a:pt x="237624" y="560152"/>
                </a:cubicBezTo>
                <a:lnTo>
                  <a:pt x="237624" y="985614"/>
                </a:lnTo>
                <a:cubicBezTo>
                  <a:pt x="237624" y="996032"/>
                  <a:pt x="234833" y="1006078"/>
                  <a:pt x="229252" y="1014822"/>
                </a:cubicBezTo>
                <a:lnTo>
                  <a:pt x="155768" y="1134814"/>
                </a:lnTo>
                <a:lnTo>
                  <a:pt x="1214680" y="1134814"/>
                </a:lnTo>
                <a:lnTo>
                  <a:pt x="1143429" y="1023565"/>
                </a:lnTo>
                <a:cubicBezTo>
                  <a:pt x="1137662" y="1014636"/>
                  <a:pt x="1134685" y="1004218"/>
                  <a:pt x="1134685" y="993428"/>
                </a:cubicBezTo>
                <a:lnTo>
                  <a:pt x="1134685" y="560152"/>
                </a:lnTo>
                <a:cubicBezTo>
                  <a:pt x="1134685" y="312911"/>
                  <a:pt x="933581" y="111621"/>
                  <a:pt x="686154" y="111621"/>
                </a:cubicBezTo>
                <a:close/>
                <a:moveTo>
                  <a:pt x="686154" y="0"/>
                </a:moveTo>
                <a:cubicBezTo>
                  <a:pt x="761499" y="0"/>
                  <a:pt x="834610" y="14883"/>
                  <a:pt x="903815" y="44276"/>
                </a:cubicBezTo>
                <a:cubicBezTo>
                  <a:pt x="970416" y="72554"/>
                  <a:pt x="1030319" y="113109"/>
                  <a:pt x="1081851" y="164455"/>
                </a:cubicBezTo>
                <a:cubicBezTo>
                  <a:pt x="1133383" y="215987"/>
                  <a:pt x="1173753" y="275890"/>
                  <a:pt x="1202030" y="342491"/>
                </a:cubicBezTo>
                <a:cubicBezTo>
                  <a:pt x="1231423" y="411510"/>
                  <a:pt x="1246306" y="484808"/>
                  <a:pt x="1246306" y="560152"/>
                </a:cubicBezTo>
                <a:lnTo>
                  <a:pt x="1246306" y="977243"/>
                </a:lnTo>
                <a:lnTo>
                  <a:pt x="1363508" y="1160487"/>
                </a:lnTo>
                <a:cubicBezTo>
                  <a:pt x="1374484" y="1177603"/>
                  <a:pt x="1375229" y="1199555"/>
                  <a:pt x="1365369" y="1217414"/>
                </a:cubicBezTo>
                <a:cubicBezTo>
                  <a:pt x="1355695" y="1235273"/>
                  <a:pt x="1336905" y="1246436"/>
                  <a:pt x="1316628" y="1246436"/>
                </a:cubicBezTo>
                <a:lnTo>
                  <a:pt x="55867" y="1246436"/>
                </a:lnTo>
                <a:cubicBezTo>
                  <a:pt x="35589" y="1246436"/>
                  <a:pt x="16986" y="1235460"/>
                  <a:pt x="7126" y="1217786"/>
                </a:cubicBezTo>
                <a:cubicBezTo>
                  <a:pt x="-2734" y="1200113"/>
                  <a:pt x="-2362" y="1178533"/>
                  <a:pt x="8242" y="1161232"/>
                </a:cubicBezTo>
                <a:lnTo>
                  <a:pt x="126002" y="969801"/>
                </a:lnTo>
                <a:lnTo>
                  <a:pt x="126002" y="560152"/>
                </a:lnTo>
                <a:cubicBezTo>
                  <a:pt x="126002" y="484808"/>
                  <a:pt x="140885" y="411696"/>
                  <a:pt x="170279" y="342491"/>
                </a:cubicBezTo>
                <a:cubicBezTo>
                  <a:pt x="198556" y="275890"/>
                  <a:pt x="239112" y="215987"/>
                  <a:pt x="290458" y="164455"/>
                </a:cubicBezTo>
                <a:cubicBezTo>
                  <a:pt x="341803" y="112923"/>
                  <a:pt x="401893" y="72554"/>
                  <a:pt x="468493" y="44276"/>
                </a:cubicBezTo>
                <a:cubicBezTo>
                  <a:pt x="537512" y="14883"/>
                  <a:pt x="610810" y="0"/>
                  <a:pt x="686154" y="0"/>
                </a:cubicBezTo>
                <a:close/>
              </a:path>
            </a:pathLst>
          </a:custGeom>
          <a:solidFill>
            <a:schemeClr val="bg1"/>
          </a:solidFill>
          <a:ln w="1860" cap="flat">
            <a:noFill/>
            <a:miter/>
          </a:ln>
        </p:spPr>
        <p:txBody>
          <a:bodyPr vert="horz" wrap="square" lIns="91440" tIns="45720" rIns="91440" bIns="45720" rtlCol="0" anchor="ctr"/>
          <a:p>
            <a:pPr algn="l">
              <a:lnSpc>
                <a:spcPct val="110000"/>
              </a:lnSpc>
            </a:pPr>
            <a:endParaRPr kumimoji="1" lang="zh-CN" altLang="en-US"/>
          </a:p>
        </p:txBody>
      </p:sp>
    </p:spTree>
  </p:cSld>
  <p:clrMapOvr>
    <a:masterClrMapping/>
  </p:clrMapOvr>
  <mc:AlternateContent xmlns:mc="http://schemas.openxmlformats.org/markup-compatibility/2006">
    <mc:Choice xmlns:p14="http://schemas.microsoft.com/office/powerpoint/2010/main" Requires="p14">
      <p:transition spd="slow" p14:dur="1500"/>
    </mc:Choice>
    <mc:Fallback>
      <p:transition spd="slow"/>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框 5"/>
          <p:cNvSpPr txBox="1">
            <a:spLocks noChangeArrowheads="1"/>
          </p:cNvSpPr>
          <p:nvPr/>
        </p:nvSpPr>
        <p:spPr bwMode="auto">
          <a:xfrm>
            <a:off x="3487191" y="2298080"/>
            <a:ext cx="20193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fontAlgn="base">
              <a:spcBef>
                <a:spcPct val="0"/>
              </a:spcBef>
              <a:spcAft>
                <a:spcPct val="0"/>
              </a:spcAft>
              <a:defRPr/>
            </a:pPr>
            <a:r>
              <a:rPr lang="zh-CN" altLang="en-US" sz="2400" b="1" dirty="0">
                <a:solidFill>
                  <a:srgbClr val="27506E"/>
                </a:solidFill>
                <a:latin typeface="宋体" panose="02010600030101010101" pitchFamily="2" charset="-122"/>
                <a:ea typeface="宋体" panose="02010600030101010101" pitchFamily="2" charset="-122"/>
              </a:rPr>
              <a:t>系统技术</a:t>
            </a:r>
            <a:r>
              <a:rPr lang="zh-CN" altLang="en-US" sz="2400" b="1" dirty="0">
                <a:solidFill>
                  <a:srgbClr val="27506E"/>
                </a:solidFill>
                <a:latin typeface="宋体" panose="02010600030101010101" pitchFamily="2" charset="-122"/>
                <a:ea typeface="宋体" panose="02010600030101010101" pitchFamily="2" charset="-122"/>
              </a:rPr>
              <a:t>架构</a:t>
            </a:r>
            <a:endParaRPr lang="zh-CN" altLang="en-US" sz="2400" b="1" dirty="0">
              <a:solidFill>
                <a:srgbClr val="27506E"/>
              </a:solidFill>
              <a:latin typeface="宋体" panose="02010600030101010101" pitchFamily="2" charset="-122"/>
              <a:ea typeface="宋体" panose="02010600030101010101" pitchFamily="2" charset="-122"/>
            </a:endParaRPr>
          </a:p>
        </p:txBody>
      </p:sp>
      <p:cxnSp>
        <p:nvCxnSpPr>
          <p:cNvPr id="18" name="直接连接符 17"/>
          <p:cNvCxnSpPr/>
          <p:nvPr/>
        </p:nvCxnSpPr>
        <p:spPr>
          <a:xfrm>
            <a:off x="4296861" y="2814629"/>
            <a:ext cx="439032"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49" name="组合 48"/>
          <p:cNvGrpSpPr>
            <a:grpSpLocks noChangeAspect="1"/>
          </p:cNvGrpSpPr>
          <p:nvPr/>
        </p:nvGrpSpPr>
        <p:grpSpPr>
          <a:xfrm>
            <a:off x="3062227" y="3186854"/>
            <a:ext cx="2908300" cy="478155"/>
            <a:chOff x="6350" y="1903413"/>
            <a:chExt cx="12182476" cy="2000250"/>
          </a:xfrm>
        </p:grpSpPr>
        <p:sp>
          <p:nvSpPr>
            <p:cNvPr id="50" name="Freeform 16"/>
            <p:cNvSpPr/>
            <p:nvPr/>
          </p:nvSpPr>
          <p:spPr bwMode="auto">
            <a:xfrm>
              <a:off x="6350" y="2878138"/>
              <a:ext cx="6091238" cy="1025525"/>
            </a:xfrm>
            <a:custGeom>
              <a:avLst/>
              <a:gdLst>
                <a:gd name="T0" fmla="*/ 1920 w 1920"/>
                <a:gd name="T1" fmla="*/ 323 h 323"/>
                <a:gd name="T2" fmla="*/ 1209 w 1920"/>
                <a:gd name="T3" fmla="*/ 38 h 323"/>
                <a:gd name="T4" fmla="*/ 0 w 1920"/>
                <a:gd name="T5" fmla="*/ 86 h 323"/>
              </a:gdLst>
              <a:ahLst/>
              <a:cxnLst>
                <a:cxn ang="0">
                  <a:pos x="T0" y="T1"/>
                </a:cxn>
                <a:cxn ang="0">
                  <a:pos x="T2" y="T3"/>
                </a:cxn>
                <a:cxn ang="0">
                  <a:pos x="T4" y="T5"/>
                </a:cxn>
              </a:cxnLst>
              <a:rect l="0" t="0" r="r" b="b"/>
              <a:pathLst>
                <a:path w="1920" h="323">
                  <a:moveTo>
                    <a:pt x="1920" y="323"/>
                  </a:moveTo>
                  <a:cubicBezTo>
                    <a:pt x="1742" y="142"/>
                    <a:pt x="1510" y="77"/>
                    <a:pt x="1209" y="38"/>
                  </a:cubicBezTo>
                  <a:cubicBezTo>
                    <a:pt x="928" y="2"/>
                    <a:pt x="495" y="0"/>
                    <a:pt x="0" y="86"/>
                  </a:cubicBezTo>
                </a:path>
              </a:pathLst>
            </a:custGeom>
            <a:noFill/>
            <a:ln w="63500" cap="flat">
              <a:solidFill>
                <a:schemeClr val="accent1"/>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黑体" panose="02010609060101010101" pitchFamily="49" charset="-122"/>
                <a:ea typeface="黑体" panose="02010609060101010101" pitchFamily="49" charset="-122"/>
              </a:endParaRPr>
            </a:p>
          </p:txBody>
        </p:sp>
        <p:sp>
          <p:nvSpPr>
            <p:cNvPr id="51" name="Freeform 17"/>
            <p:cNvSpPr/>
            <p:nvPr/>
          </p:nvSpPr>
          <p:spPr bwMode="auto">
            <a:xfrm>
              <a:off x="6350" y="3068638"/>
              <a:ext cx="6091238" cy="835025"/>
            </a:xfrm>
            <a:custGeom>
              <a:avLst/>
              <a:gdLst>
                <a:gd name="T0" fmla="*/ 1920 w 1920"/>
                <a:gd name="T1" fmla="*/ 263 h 263"/>
                <a:gd name="T2" fmla="*/ 1155 w 1920"/>
                <a:gd name="T3" fmla="*/ 28 h 263"/>
                <a:gd name="T4" fmla="*/ 0 w 1920"/>
                <a:gd name="T5" fmla="*/ 59 h 263"/>
              </a:gdLst>
              <a:ahLst/>
              <a:cxnLst>
                <a:cxn ang="0">
                  <a:pos x="T0" y="T1"/>
                </a:cxn>
                <a:cxn ang="0">
                  <a:pos x="T2" y="T3"/>
                </a:cxn>
                <a:cxn ang="0">
                  <a:pos x="T4" y="T5"/>
                </a:cxn>
              </a:cxnLst>
              <a:rect l="0" t="0" r="r" b="b"/>
              <a:pathLst>
                <a:path w="1920" h="263">
                  <a:moveTo>
                    <a:pt x="1920" y="263"/>
                  </a:moveTo>
                  <a:cubicBezTo>
                    <a:pt x="1671" y="92"/>
                    <a:pt x="1458" y="53"/>
                    <a:pt x="1155" y="28"/>
                  </a:cubicBezTo>
                  <a:cubicBezTo>
                    <a:pt x="807" y="0"/>
                    <a:pt x="479" y="6"/>
                    <a:pt x="0" y="59"/>
                  </a:cubicBezTo>
                </a:path>
              </a:pathLst>
            </a:custGeom>
            <a:noFill/>
            <a:ln w="63500" cap="flat">
              <a:solidFill>
                <a:schemeClr val="accent1"/>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黑体" panose="02010609060101010101" pitchFamily="49" charset="-122"/>
                <a:ea typeface="黑体" panose="02010609060101010101" pitchFamily="49" charset="-122"/>
              </a:endParaRPr>
            </a:p>
          </p:txBody>
        </p:sp>
        <p:sp>
          <p:nvSpPr>
            <p:cNvPr id="52" name="Freeform 18"/>
            <p:cNvSpPr/>
            <p:nvPr/>
          </p:nvSpPr>
          <p:spPr bwMode="auto">
            <a:xfrm>
              <a:off x="6097588" y="3068638"/>
              <a:ext cx="6091238" cy="835025"/>
            </a:xfrm>
            <a:custGeom>
              <a:avLst/>
              <a:gdLst>
                <a:gd name="T0" fmla="*/ 0 w 1920"/>
                <a:gd name="T1" fmla="*/ 263 h 263"/>
                <a:gd name="T2" fmla="*/ 764 w 1920"/>
                <a:gd name="T3" fmla="*/ 28 h 263"/>
                <a:gd name="T4" fmla="*/ 1920 w 1920"/>
                <a:gd name="T5" fmla="*/ 59 h 263"/>
              </a:gdLst>
              <a:ahLst/>
              <a:cxnLst>
                <a:cxn ang="0">
                  <a:pos x="T0" y="T1"/>
                </a:cxn>
                <a:cxn ang="0">
                  <a:pos x="T2" y="T3"/>
                </a:cxn>
                <a:cxn ang="0">
                  <a:pos x="T4" y="T5"/>
                </a:cxn>
              </a:cxnLst>
              <a:rect l="0" t="0" r="r" b="b"/>
              <a:pathLst>
                <a:path w="1920" h="263">
                  <a:moveTo>
                    <a:pt x="0" y="263"/>
                  </a:moveTo>
                  <a:cubicBezTo>
                    <a:pt x="249" y="92"/>
                    <a:pt x="462" y="53"/>
                    <a:pt x="764" y="28"/>
                  </a:cubicBezTo>
                  <a:cubicBezTo>
                    <a:pt x="1112" y="0"/>
                    <a:pt x="1441" y="6"/>
                    <a:pt x="1920" y="59"/>
                  </a:cubicBezTo>
                </a:path>
              </a:pathLst>
            </a:custGeom>
            <a:noFill/>
            <a:ln w="63500" cap="flat">
              <a:solidFill>
                <a:schemeClr val="accent1"/>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黑体" panose="02010609060101010101" pitchFamily="49" charset="-122"/>
                <a:ea typeface="黑体" panose="02010609060101010101" pitchFamily="49" charset="-122"/>
              </a:endParaRPr>
            </a:p>
          </p:txBody>
        </p:sp>
        <p:sp>
          <p:nvSpPr>
            <p:cNvPr id="53" name="Freeform 19"/>
            <p:cNvSpPr/>
            <p:nvPr/>
          </p:nvSpPr>
          <p:spPr bwMode="auto">
            <a:xfrm>
              <a:off x="346075" y="2484438"/>
              <a:ext cx="5751513" cy="1419225"/>
            </a:xfrm>
            <a:custGeom>
              <a:avLst/>
              <a:gdLst>
                <a:gd name="T0" fmla="*/ 1813 w 1813"/>
                <a:gd name="T1" fmla="*/ 447 h 447"/>
                <a:gd name="T2" fmla="*/ 1000 w 1813"/>
                <a:gd name="T3" fmla="*/ 42 h 447"/>
                <a:gd name="T4" fmla="*/ 0 w 1813"/>
                <a:gd name="T5" fmla="*/ 82 h 447"/>
              </a:gdLst>
              <a:ahLst/>
              <a:cxnLst>
                <a:cxn ang="0">
                  <a:pos x="T0" y="T1"/>
                </a:cxn>
                <a:cxn ang="0">
                  <a:pos x="T2" y="T3"/>
                </a:cxn>
                <a:cxn ang="0">
                  <a:pos x="T4" y="T5"/>
                </a:cxn>
              </a:cxnLst>
              <a:rect l="0" t="0" r="r" b="b"/>
              <a:pathLst>
                <a:path w="1813" h="447">
                  <a:moveTo>
                    <a:pt x="1813" y="447"/>
                  </a:moveTo>
                  <a:cubicBezTo>
                    <a:pt x="1682" y="209"/>
                    <a:pt x="1314" y="90"/>
                    <a:pt x="1000" y="42"/>
                  </a:cubicBezTo>
                  <a:cubicBezTo>
                    <a:pt x="723" y="0"/>
                    <a:pt x="385" y="9"/>
                    <a:pt x="0" y="82"/>
                  </a:cubicBezTo>
                </a:path>
              </a:pathLst>
            </a:custGeom>
            <a:noFill/>
            <a:ln w="63500" cap="flat">
              <a:solidFill>
                <a:schemeClr val="accent1"/>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黑体" panose="02010609060101010101" pitchFamily="49" charset="-122"/>
                <a:ea typeface="黑体" panose="02010609060101010101" pitchFamily="49" charset="-122"/>
              </a:endParaRPr>
            </a:p>
          </p:txBody>
        </p:sp>
        <p:sp>
          <p:nvSpPr>
            <p:cNvPr id="54" name="Freeform 20"/>
            <p:cNvSpPr/>
            <p:nvPr/>
          </p:nvSpPr>
          <p:spPr bwMode="auto">
            <a:xfrm>
              <a:off x="765175" y="1903413"/>
              <a:ext cx="5332413" cy="2000250"/>
            </a:xfrm>
            <a:custGeom>
              <a:avLst/>
              <a:gdLst>
                <a:gd name="T0" fmla="*/ 1681 w 1681"/>
                <a:gd name="T1" fmla="*/ 630 h 630"/>
                <a:gd name="T2" fmla="*/ 891 w 1681"/>
                <a:gd name="T3" fmla="*/ 85 h 630"/>
                <a:gd name="T4" fmla="*/ 0 w 1681"/>
                <a:gd name="T5" fmla="*/ 22 h 630"/>
              </a:gdLst>
              <a:ahLst/>
              <a:cxnLst>
                <a:cxn ang="0">
                  <a:pos x="T0" y="T1"/>
                </a:cxn>
                <a:cxn ang="0">
                  <a:pos x="T2" y="T3"/>
                </a:cxn>
                <a:cxn ang="0">
                  <a:pos x="T4" y="T5"/>
                </a:cxn>
              </a:cxnLst>
              <a:rect l="0" t="0" r="r" b="b"/>
              <a:pathLst>
                <a:path w="1681" h="630">
                  <a:moveTo>
                    <a:pt x="1681" y="630"/>
                  </a:moveTo>
                  <a:cubicBezTo>
                    <a:pt x="1557" y="313"/>
                    <a:pt x="1212" y="170"/>
                    <a:pt x="891" y="85"/>
                  </a:cubicBezTo>
                  <a:cubicBezTo>
                    <a:pt x="620" y="13"/>
                    <a:pt x="311" y="0"/>
                    <a:pt x="0" y="22"/>
                  </a:cubicBezTo>
                </a:path>
              </a:pathLst>
            </a:custGeom>
            <a:noFill/>
            <a:ln w="63500" cap="flat">
              <a:solidFill>
                <a:schemeClr val="accent1"/>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黑体" panose="02010609060101010101" pitchFamily="49" charset="-122"/>
                <a:ea typeface="黑体" panose="02010609060101010101" pitchFamily="49" charset="-122"/>
              </a:endParaRPr>
            </a:p>
          </p:txBody>
        </p:sp>
        <p:sp>
          <p:nvSpPr>
            <p:cNvPr id="55" name="Freeform 21"/>
            <p:cNvSpPr/>
            <p:nvPr/>
          </p:nvSpPr>
          <p:spPr bwMode="auto">
            <a:xfrm>
              <a:off x="6097588" y="2878138"/>
              <a:ext cx="6091238" cy="1025525"/>
            </a:xfrm>
            <a:custGeom>
              <a:avLst/>
              <a:gdLst>
                <a:gd name="T0" fmla="*/ 0 w 1920"/>
                <a:gd name="T1" fmla="*/ 323 h 323"/>
                <a:gd name="T2" fmla="*/ 710 w 1920"/>
                <a:gd name="T3" fmla="*/ 38 h 323"/>
                <a:gd name="T4" fmla="*/ 1920 w 1920"/>
                <a:gd name="T5" fmla="*/ 86 h 323"/>
              </a:gdLst>
              <a:ahLst/>
              <a:cxnLst>
                <a:cxn ang="0">
                  <a:pos x="T0" y="T1"/>
                </a:cxn>
                <a:cxn ang="0">
                  <a:pos x="T2" y="T3"/>
                </a:cxn>
                <a:cxn ang="0">
                  <a:pos x="T4" y="T5"/>
                </a:cxn>
              </a:cxnLst>
              <a:rect l="0" t="0" r="r" b="b"/>
              <a:pathLst>
                <a:path w="1920" h="323">
                  <a:moveTo>
                    <a:pt x="0" y="323"/>
                  </a:moveTo>
                  <a:cubicBezTo>
                    <a:pt x="178" y="142"/>
                    <a:pt x="410" y="77"/>
                    <a:pt x="710" y="38"/>
                  </a:cubicBezTo>
                  <a:cubicBezTo>
                    <a:pt x="992" y="2"/>
                    <a:pt x="1425" y="0"/>
                    <a:pt x="1920" y="86"/>
                  </a:cubicBezTo>
                </a:path>
              </a:pathLst>
            </a:custGeom>
            <a:noFill/>
            <a:ln w="63500" cap="flat">
              <a:solidFill>
                <a:schemeClr val="accent1"/>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黑体" panose="02010609060101010101" pitchFamily="49" charset="-122"/>
                <a:ea typeface="黑体" panose="02010609060101010101" pitchFamily="49" charset="-122"/>
              </a:endParaRPr>
            </a:p>
          </p:txBody>
        </p:sp>
        <p:sp>
          <p:nvSpPr>
            <p:cNvPr id="56" name="Freeform 22"/>
            <p:cNvSpPr/>
            <p:nvPr/>
          </p:nvSpPr>
          <p:spPr bwMode="auto">
            <a:xfrm>
              <a:off x="6097588" y="2484438"/>
              <a:ext cx="5751513" cy="1419225"/>
            </a:xfrm>
            <a:custGeom>
              <a:avLst/>
              <a:gdLst>
                <a:gd name="T0" fmla="*/ 0 w 1813"/>
                <a:gd name="T1" fmla="*/ 447 h 447"/>
                <a:gd name="T2" fmla="*/ 813 w 1813"/>
                <a:gd name="T3" fmla="*/ 42 h 447"/>
                <a:gd name="T4" fmla="*/ 1813 w 1813"/>
                <a:gd name="T5" fmla="*/ 82 h 447"/>
              </a:gdLst>
              <a:ahLst/>
              <a:cxnLst>
                <a:cxn ang="0">
                  <a:pos x="T0" y="T1"/>
                </a:cxn>
                <a:cxn ang="0">
                  <a:pos x="T2" y="T3"/>
                </a:cxn>
                <a:cxn ang="0">
                  <a:pos x="T4" y="T5"/>
                </a:cxn>
              </a:cxnLst>
              <a:rect l="0" t="0" r="r" b="b"/>
              <a:pathLst>
                <a:path w="1813" h="447">
                  <a:moveTo>
                    <a:pt x="0" y="447"/>
                  </a:moveTo>
                  <a:cubicBezTo>
                    <a:pt x="130" y="209"/>
                    <a:pt x="498" y="90"/>
                    <a:pt x="813" y="42"/>
                  </a:cubicBezTo>
                  <a:cubicBezTo>
                    <a:pt x="1090" y="0"/>
                    <a:pt x="1428" y="9"/>
                    <a:pt x="1813" y="82"/>
                  </a:cubicBezTo>
                </a:path>
              </a:pathLst>
            </a:custGeom>
            <a:noFill/>
            <a:ln w="63500" cap="flat">
              <a:solidFill>
                <a:schemeClr val="accent1"/>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黑体" panose="02010609060101010101" pitchFamily="49" charset="-122"/>
                <a:ea typeface="黑体" panose="02010609060101010101" pitchFamily="49" charset="-122"/>
              </a:endParaRPr>
            </a:p>
          </p:txBody>
        </p:sp>
        <p:sp>
          <p:nvSpPr>
            <p:cNvPr id="57" name="Freeform 23"/>
            <p:cNvSpPr/>
            <p:nvPr/>
          </p:nvSpPr>
          <p:spPr bwMode="auto">
            <a:xfrm>
              <a:off x="6097588" y="1903413"/>
              <a:ext cx="5332413" cy="2000250"/>
            </a:xfrm>
            <a:custGeom>
              <a:avLst/>
              <a:gdLst>
                <a:gd name="T0" fmla="*/ 0 w 1681"/>
                <a:gd name="T1" fmla="*/ 630 h 630"/>
                <a:gd name="T2" fmla="*/ 790 w 1681"/>
                <a:gd name="T3" fmla="*/ 85 h 630"/>
                <a:gd name="T4" fmla="*/ 1681 w 1681"/>
                <a:gd name="T5" fmla="*/ 22 h 630"/>
              </a:gdLst>
              <a:ahLst/>
              <a:cxnLst>
                <a:cxn ang="0">
                  <a:pos x="T0" y="T1"/>
                </a:cxn>
                <a:cxn ang="0">
                  <a:pos x="T2" y="T3"/>
                </a:cxn>
                <a:cxn ang="0">
                  <a:pos x="T4" y="T5"/>
                </a:cxn>
              </a:cxnLst>
              <a:rect l="0" t="0" r="r" b="b"/>
              <a:pathLst>
                <a:path w="1681" h="630">
                  <a:moveTo>
                    <a:pt x="0" y="630"/>
                  </a:moveTo>
                  <a:cubicBezTo>
                    <a:pt x="124" y="313"/>
                    <a:pt x="469" y="170"/>
                    <a:pt x="790" y="85"/>
                  </a:cubicBezTo>
                  <a:cubicBezTo>
                    <a:pt x="1060" y="13"/>
                    <a:pt x="1369" y="0"/>
                    <a:pt x="1681" y="22"/>
                  </a:cubicBezTo>
                </a:path>
              </a:pathLst>
            </a:custGeom>
            <a:noFill/>
            <a:ln w="63500" cap="flat">
              <a:solidFill>
                <a:schemeClr val="accent1"/>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黑体" panose="02010609060101010101" pitchFamily="49" charset="-122"/>
                <a:ea typeface="黑体" panose="02010609060101010101" pitchFamily="49" charset="-122"/>
              </a:endParaRPr>
            </a:p>
          </p:txBody>
        </p:sp>
      </p:grpSp>
      <p:grpSp>
        <p:nvGrpSpPr>
          <p:cNvPr id="25" name="组合 24"/>
          <p:cNvGrpSpPr/>
          <p:nvPr/>
        </p:nvGrpSpPr>
        <p:grpSpPr>
          <a:xfrm>
            <a:off x="4146536" y="1337761"/>
            <a:ext cx="589306" cy="859041"/>
            <a:chOff x="2528974" y="2863357"/>
            <a:chExt cx="246811" cy="359779"/>
          </a:xfrm>
          <a:solidFill>
            <a:srgbClr val="27506E"/>
          </a:solidFill>
        </p:grpSpPr>
        <p:sp>
          <p:nvSpPr>
            <p:cNvPr id="26" name="AutoShape 113"/>
            <p:cNvSpPr/>
            <p:nvPr/>
          </p:nvSpPr>
          <p:spPr bwMode="auto">
            <a:xfrm>
              <a:off x="2528974" y="2863357"/>
              <a:ext cx="246811" cy="35977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5386" y="14175"/>
                  </a:moveTo>
                  <a:lnTo>
                    <a:pt x="6223" y="14175"/>
                  </a:lnTo>
                  <a:cubicBezTo>
                    <a:pt x="5734" y="13446"/>
                    <a:pt x="5147" y="12716"/>
                    <a:pt x="4568" y="12003"/>
                  </a:cubicBezTo>
                  <a:cubicBezTo>
                    <a:pt x="3287" y="10427"/>
                    <a:pt x="1963" y="8797"/>
                    <a:pt x="1963" y="7425"/>
                  </a:cubicBezTo>
                  <a:cubicBezTo>
                    <a:pt x="1963" y="4075"/>
                    <a:pt x="5927" y="1350"/>
                    <a:pt x="10800" y="1350"/>
                  </a:cubicBezTo>
                  <a:cubicBezTo>
                    <a:pt x="15672" y="1350"/>
                    <a:pt x="19636" y="4075"/>
                    <a:pt x="19636" y="7425"/>
                  </a:cubicBezTo>
                  <a:cubicBezTo>
                    <a:pt x="19636" y="8787"/>
                    <a:pt x="18312" y="10425"/>
                    <a:pt x="17029" y="12011"/>
                  </a:cubicBezTo>
                  <a:cubicBezTo>
                    <a:pt x="16455" y="12723"/>
                    <a:pt x="15873" y="13449"/>
                    <a:pt x="15386" y="14175"/>
                  </a:cubicBezTo>
                  <a:moveTo>
                    <a:pt x="10800" y="20249"/>
                  </a:moveTo>
                  <a:cubicBezTo>
                    <a:pt x="9805" y="20249"/>
                    <a:pt x="9347" y="20171"/>
                    <a:pt x="8839" y="19406"/>
                  </a:cubicBezTo>
                  <a:lnTo>
                    <a:pt x="13000" y="19048"/>
                  </a:lnTo>
                  <a:cubicBezTo>
                    <a:pt x="12398" y="20164"/>
                    <a:pt x="11959" y="20249"/>
                    <a:pt x="10800" y="20249"/>
                  </a:cubicBezTo>
                  <a:moveTo>
                    <a:pt x="7595" y="16813"/>
                  </a:moveTo>
                  <a:cubicBezTo>
                    <a:pt x="7417" y="16407"/>
                    <a:pt x="7215" y="15978"/>
                    <a:pt x="6991" y="15525"/>
                  </a:cubicBezTo>
                  <a:lnTo>
                    <a:pt x="14616" y="15525"/>
                  </a:lnTo>
                  <a:cubicBezTo>
                    <a:pt x="14496" y="15767"/>
                    <a:pt x="14375" y="16010"/>
                    <a:pt x="14270" y="16239"/>
                  </a:cubicBezTo>
                  <a:cubicBezTo>
                    <a:pt x="14270" y="16239"/>
                    <a:pt x="7595" y="16813"/>
                    <a:pt x="7595" y="16813"/>
                  </a:cubicBezTo>
                  <a:close/>
                  <a:moveTo>
                    <a:pt x="13345" y="18343"/>
                  </a:moveTo>
                  <a:lnTo>
                    <a:pt x="8476" y="18762"/>
                  </a:lnTo>
                  <a:cubicBezTo>
                    <a:pt x="8303" y="18416"/>
                    <a:pt x="8116" y="18011"/>
                    <a:pt x="7890" y="17483"/>
                  </a:cubicBezTo>
                  <a:cubicBezTo>
                    <a:pt x="7887" y="17477"/>
                    <a:pt x="7883" y="17469"/>
                    <a:pt x="7881" y="17462"/>
                  </a:cubicBezTo>
                  <a:lnTo>
                    <a:pt x="13957" y="16941"/>
                  </a:lnTo>
                  <a:cubicBezTo>
                    <a:pt x="13871" y="17140"/>
                    <a:pt x="13778" y="17350"/>
                    <a:pt x="13698" y="17537"/>
                  </a:cubicBezTo>
                  <a:cubicBezTo>
                    <a:pt x="13569" y="17841"/>
                    <a:pt x="13453" y="18104"/>
                    <a:pt x="13345" y="18343"/>
                  </a:cubicBezTo>
                  <a:moveTo>
                    <a:pt x="10800" y="0"/>
                  </a:moveTo>
                  <a:cubicBezTo>
                    <a:pt x="4835" y="0"/>
                    <a:pt x="0" y="3324"/>
                    <a:pt x="0" y="7425"/>
                  </a:cubicBezTo>
                  <a:cubicBezTo>
                    <a:pt x="0" y="10146"/>
                    <a:pt x="3621" y="13029"/>
                    <a:pt x="4939" y="15562"/>
                  </a:cubicBezTo>
                  <a:cubicBezTo>
                    <a:pt x="6906" y="19339"/>
                    <a:pt x="6688" y="21599"/>
                    <a:pt x="10800" y="21599"/>
                  </a:cubicBezTo>
                  <a:cubicBezTo>
                    <a:pt x="14972" y="21599"/>
                    <a:pt x="14692" y="19349"/>
                    <a:pt x="16660" y="15577"/>
                  </a:cubicBezTo>
                  <a:cubicBezTo>
                    <a:pt x="17983" y="13039"/>
                    <a:pt x="21600" y="10124"/>
                    <a:pt x="21600" y="7425"/>
                  </a:cubicBezTo>
                  <a:cubicBezTo>
                    <a:pt x="21600" y="3324"/>
                    <a:pt x="16764" y="0"/>
                    <a:pt x="10800" y="0"/>
                  </a:cubicBezTo>
                </a:path>
              </a:pathLst>
            </a:custGeom>
            <a:grpFill/>
            <a:ln>
              <a:noFill/>
            </a:ln>
            <a:effectLst/>
          </p:spPr>
          <p:txBody>
            <a:bodyPr lIns="19050" tIns="19050" rIns="19050" bIns="19050" anchor="ctr"/>
            <a:lstStyle/>
            <a:p>
              <a:pPr marL="0" marR="0" lvl="0" indent="0" algn="ctr" defTabSz="228600" eaLnBrk="1" fontAlgn="auto" latinLnBrk="0" hangingPunct="1">
                <a:lnSpc>
                  <a:spcPct val="100000"/>
                </a:lnSpc>
                <a:spcBef>
                  <a:spcPts val="0"/>
                </a:spcBef>
                <a:spcAft>
                  <a:spcPts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黑体" panose="02010609060101010101" pitchFamily="49" charset="-122"/>
                <a:ea typeface="黑体" panose="02010609060101010101" pitchFamily="49" charset="-122"/>
                <a:sym typeface="Gill Sans" charset="0"/>
              </a:endParaRPr>
            </a:p>
          </p:txBody>
        </p:sp>
        <p:sp>
          <p:nvSpPr>
            <p:cNvPr id="27" name="AutoShape 114"/>
            <p:cNvSpPr/>
            <p:nvPr/>
          </p:nvSpPr>
          <p:spPr bwMode="auto">
            <a:xfrm>
              <a:off x="2584843" y="2919841"/>
              <a:ext cx="73061" cy="7306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9938" y="0"/>
                  </a:moveTo>
                  <a:cubicBezTo>
                    <a:pt x="8943" y="0"/>
                    <a:pt x="0" y="8942"/>
                    <a:pt x="0" y="19938"/>
                  </a:cubicBezTo>
                  <a:cubicBezTo>
                    <a:pt x="0" y="20855"/>
                    <a:pt x="743" y="21600"/>
                    <a:pt x="1661" y="21600"/>
                  </a:cubicBezTo>
                  <a:cubicBezTo>
                    <a:pt x="2579" y="21600"/>
                    <a:pt x="3323" y="20855"/>
                    <a:pt x="3323" y="19938"/>
                  </a:cubicBezTo>
                  <a:cubicBezTo>
                    <a:pt x="3323" y="10777"/>
                    <a:pt x="10777" y="3323"/>
                    <a:pt x="19938" y="3323"/>
                  </a:cubicBezTo>
                  <a:cubicBezTo>
                    <a:pt x="20856" y="3323"/>
                    <a:pt x="21600" y="2578"/>
                    <a:pt x="21600" y="1661"/>
                  </a:cubicBezTo>
                  <a:cubicBezTo>
                    <a:pt x="21600" y="744"/>
                    <a:pt x="20856" y="0"/>
                    <a:pt x="19938" y="0"/>
                  </a:cubicBezTo>
                </a:path>
              </a:pathLst>
            </a:custGeom>
            <a:grpFill/>
            <a:ln>
              <a:noFill/>
            </a:ln>
            <a:effectLst/>
          </p:spPr>
          <p:txBody>
            <a:bodyPr lIns="19050" tIns="19050" rIns="19050" bIns="19050" anchor="ctr"/>
            <a:lstStyle/>
            <a:p>
              <a:pPr marL="0" marR="0" lvl="0" indent="0" algn="ctr" defTabSz="228600" eaLnBrk="1" fontAlgn="auto" latinLnBrk="0" hangingPunct="1">
                <a:lnSpc>
                  <a:spcPct val="100000"/>
                </a:lnSpc>
                <a:spcBef>
                  <a:spcPts val="0"/>
                </a:spcBef>
                <a:spcAft>
                  <a:spcPts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黑体" panose="02010609060101010101" pitchFamily="49" charset="-122"/>
                <a:ea typeface="黑体" panose="02010609060101010101" pitchFamily="49" charset="-122"/>
                <a:sym typeface="Gill Sans" charset="0"/>
              </a:endParaRPr>
            </a:p>
          </p:txBody>
        </p:sp>
      </p:grpSp>
      <p:pic>
        <p:nvPicPr>
          <p:cNvPr id="3" name="图片 2"/>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8290290" y="64896"/>
            <a:ext cx="790862" cy="798578"/>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mc:Choice>
    <mc:Fallback>
      <p:transition spd="slow"/>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8" name="直接连接符 157"/>
          <p:cNvCxnSpPr/>
          <p:nvPr/>
        </p:nvCxnSpPr>
        <p:spPr>
          <a:xfrm>
            <a:off x="1005739" y="723317"/>
            <a:ext cx="275417"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64" name="图片 63"/>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8290290" y="64896"/>
            <a:ext cx="790862" cy="798578"/>
          </a:xfrm>
          <a:prstGeom prst="rect">
            <a:avLst/>
          </a:prstGeom>
        </p:spPr>
      </p:pic>
      <p:sp>
        <p:nvSpPr>
          <p:cNvPr id="2" name="文本框 1"/>
          <p:cNvSpPr txBox="1"/>
          <p:nvPr/>
        </p:nvSpPr>
        <p:spPr>
          <a:xfrm>
            <a:off x="311150" y="316230"/>
            <a:ext cx="1756410" cy="398780"/>
          </a:xfrm>
          <a:prstGeom prst="rect">
            <a:avLst/>
          </a:prstGeom>
          <a:noFill/>
        </p:spPr>
        <p:txBody>
          <a:bodyPr wrap="square">
            <a:spAutoFit/>
          </a:bodyPr>
          <a:lstStyle/>
          <a:p>
            <a:r>
              <a:rPr lang="zh-CN" altLang="en-US" sz="2000" b="1" dirty="0">
                <a:solidFill>
                  <a:srgbClr val="27506E"/>
                </a:solidFill>
                <a:latin typeface="宋体" panose="02010600030101010101" pitchFamily="2" charset="-122"/>
                <a:ea typeface="宋体" panose="02010600030101010101" pitchFamily="2" charset="-122"/>
              </a:rPr>
              <a:t>系统技术</a:t>
            </a:r>
            <a:r>
              <a:rPr lang="zh-CN" altLang="en-US" sz="2000" b="1" dirty="0">
                <a:solidFill>
                  <a:srgbClr val="27506E"/>
                </a:solidFill>
                <a:latin typeface="宋体" panose="02010600030101010101" pitchFamily="2" charset="-122"/>
                <a:ea typeface="宋体" panose="02010600030101010101" pitchFamily="2" charset="-122"/>
              </a:rPr>
              <a:t>架构</a:t>
            </a:r>
            <a:endParaRPr lang="zh-CN" altLang="en-US" sz="2000" b="1" dirty="0">
              <a:solidFill>
                <a:srgbClr val="27506E"/>
              </a:solidFill>
              <a:latin typeface="宋体" panose="02010600030101010101" pitchFamily="2" charset="-122"/>
              <a:ea typeface="宋体" panose="02010600030101010101" pitchFamily="2" charset="-122"/>
            </a:endParaRPr>
          </a:p>
        </p:txBody>
      </p:sp>
      <p:sp>
        <p:nvSpPr>
          <p:cNvPr id="3" name="标题 1"/>
          <p:cNvSpPr txBox="1"/>
          <p:nvPr>
            <p:custDataLst>
              <p:tags r:id="rId2"/>
            </p:custDataLst>
          </p:nvPr>
        </p:nvSpPr>
        <p:spPr>
          <a:xfrm>
            <a:off x="747233" y="1555200"/>
            <a:ext cx="1745419" cy="425990"/>
          </a:xfrm>
          <a:prstGeom prst="rect">
            <a:avLst/>
          </a:prstGeom>
          <a:noFill/>
          <a:ln>
            <a:noFill/>
          </a:ln>
        </p:spPr>
        <p:txBody>
          <a:bodyPr vert="horz" wrap="square" lIns="0" tIns="0" rIns="0" bIns="0" rtlCol="0" anchor="ctr"/>
          <a:p>
            <a:pPr algn="l">
              <a:lnSpc>
                <a:spcPct val="100000"/>
              </a:lnSpc>
            </a:pPr>
            <a:r>
              <a:rPr kumimoji="1" lang="en-US" altLang="zh-CN" sz="1600" b="1">
                <a:ln w="12700">
                  <a:noFill/>
                </a:ln>
                <a:solidFill>
                  <a:srgbClr val="262626">
                    <a:alpha val="100000"/>
                  </a:srgbClr>
                </a:solidFill>
                <a:latin typeface="宋体" panose="02010600030101010101" pitchFamily="2" charset="-122"/>
                <a:ea typeface="宋体" panose="02010600030101010101" pitchFamily="2" charset="-122"/>
                <a:cs typeface="宋体" panose="02010600030101010101" pitchFamily="2" charset="-122"/>
              </a:rPr>
              <a:t>B/S架构优势</a:t>
            </a:r>
            <a:endParaRPr kumimoji="1" lang="zh-CN" altLang="en-US" b="1">
              <a:latin typeface="宋体" panose="02010600030101010101" pitchFamily="2" charset="-122"/>
              <a:ea typeface="宋体" panose="02010600030101010101" pitchFamily="2" charset="-122"/>
              <a:cs typeface="宋体" panose="02010600030101010101" pitchFamily="2" charset="-122"/>
            </a:endParaRPr>
          </a:p>
        </p:txBody>
      </p:sp>
      <p:sp>
        <p:nvSpPr>
          <p:cNvPr id="4" name="标题 1"/>
          <p:cNvSpPr txBox="1"/>
          <p:nvPr>
            <p:custDataLst>
              <p:tags r:id="rId3"/>
            </p:custDataLst>
          </p:nvPr>
        </p:nvSpPr>
        <p:spPr>
          <a:xfrm>
            <a:off x="759933" y="2157636"/>
            <a:ext cx="1733500" cy="2002103"/>
          </a:xfrm>
          <a:prstGeom prst="rect">
            <a:avLst/>
          </a:prstGeom>
          <a:noFill/>
          <a:ln>
            <a:noFill/>
          </a:ln>
        </p:spPr>
        <p:txBody>
          <a:bodyPr vert="horz" wrap="square" lIns="0" tIns="0" rIns="0" bIns="0" rtlCol="0" anchor="t"/>
          <a:p>
            <a:pPr algn="l">
              <a:lnSpc>
                <a:spcPct val="150000"/>
              </a:lnSpc>
            </a:pPr>
            <a:r>
              <a:rPr kumimoji="1" lang="en-US" altLang="zh-CN" sz="1400">
                <a:ln w="12700">
                  <a:noFill/>
                </a:ln>
                <a:solidFill>
                  <a:srgbClr val="262626">
                    <a:alpha val="100000"/>
                  </a:srgbClr>
                </a:solidFill>
                <a:latin typeface="Source Han Sans" panose="020B0400000000000000" charset="-122"/>
                <a:ea typeface="Source Han Sans" panose="020B0400000000000000" charset="-122"/>
                <a:cs typeface="Source Han Sans" panose="020B0400000000000000" charset="-122"/>
              </a:rPr>
              <a:t>系统采用B/S架构，具有跨平台性强、维护成本低、部署便捷等优势，用户通过浏览器即可访问系统，无需安装额外的客户端软件，降低了使用门槛。</a:t>
            </a:r>
            <a:endParaRPr kumimoji="1" lang="zh-CN" altLang="en-US"/>
          </a:p>
        </p:txBody>
      </p:sp>
      <p:sp>
        <p:nvSpPr>
          <p:cNvPr id="5" name="标题 1"/>
          <p:cNvSpPr txBox="1"/>
          <p:nvPr>
            <p:custDataLst>
              <p:tags r:id="rId4"/>
            </p:custDataLst>
          </p:nvPr>
        </p:nvSpPr>
        <p:spPr>
          <a:xfrm>
            <a:off x="747868" y="971635"/>
            <a:ext cx="1112890" cy="664798"/>
          </a:xfrm>
          <a:prstGeom prst="rect">
            <a:avLst/>
          </a:prstGeom>
          <a:noFill/>
          <a:ln>
            <a:noFill/>
          </a:ln>
        </p:spPr>
        <p:txBody>
          <a:bodyPr vert="horz" wrap="square" lIns="0" tIns="0" rIns="0" bIns="0" rtlCol="0" anchor="ctr"/>
          <a:p>
            <a:pPr algn="l">
              <a:lnSpc>
                <a:spcPct val="100000"/>
              </a:lnSpc>
            </a:pPr>
            <a:r>
              <a:rPr kumimoji="1" lang="en-US" altLang="zh-CN" sz="2400">
                <a:ln w="12700">
                  <a:noFill/>
                </a:ln>
                <a:solidFill>
                  <a:srgbClr val="262626">
                    <a:alpha val="100000"/>
                  </a:srgbClr>
                </a:solidFill>
                <a:latin typeface="OPPOSans B" panose="00020600040101010101" charset="-122"/>
                <a:ea typeface="OPPOSans B" panose="00020600040101010101" charset="-122"/>
                <a:cs typeface="OPPOSans B" panose="00020600040101010101" charset="-122"/>
              </a:rPr>
              <a:t>01</a:t>
            </a:r>
            <a:endParaRPr kumimoji="1" lang="zh-CN" altLang="en-US"/>
          </a:p>
        </p:txBody>
      </p:sp>
      <p:sp>
        <p:nvSpPr>
          <p:cNvPr id="6" name="标题 1"/>
          <p:cNvSpPr txBox="1"/>
          <p:nvPr>
            <p:custDataLst>
              <p:tags r:id="rId5"/>
            </p:custDataLst>
          </p:nvPr>
        </p:nvSpPr>
        <p:spPr>
          <a:xfrm>
            <a:off x="3414050" y="971635"/>
            <a:ext cx="1112890" cy="664798"/>
          </a:xfrm>
          <a:prstGeom prst="rect">
            <a:avLst/>
          </a:prstGeom>
          <a:noFill/>
          <a:ln>
            <a:noFill/>
          </a:ln>
        </p:spPr>
        <p:txBody>
          <a:bodyPr vert="horz" wrap="square" lIns="0" tIns="0" rIns="0" bIns="0" rtlCol="0" anchor="ctr"/>
          <a:p>
            <a:pPr algn="l">
              <a:lnSpc>
                <a:spcPct val="100000"/>
              </a:lnSpc>
            </a:pPr>
            <a:r>
              <a:rPr kumimoji="1" lang="en-US" altLang="zh-CN" sz="2400">
                <a:ln w="12700">
                  <a:noFill/>
                </a:ln>
                <a:solidFill>
                  <a:srgbClr val="262626">
                    <a:alpha val="100000"/>
                  </a:srgbClr>
                </a:solidFill>
                <a:latin typeface="OPPOSans B" panose="00020600040101010101" charset="-122"/>
                <a:ea typeface="OPPOSans B" panose="00020600040101010101" charset="-122"/>
                <a:cs typeface="OPPOSans B" panose="00020600040101010101" charset="-122"/>
              </a:rPr>
              <a:t>02</a:t>
            </a:r>
            <a:endParaRPr kumimoji="1" lang="zh-CN" altLang="en-US"/>
          </a:p>
        </p:txBody>
      </p:sp>
      <p:sp>
        <p:nvSpPr>
          <p:cNvPr id="7" name="标题 1"/>
          <p:cNvSpPr txBox="1"/>
          <p:nvPr>
            <p:custDataLst>
              <p:tags r:id="rId6"/>
            </p:custDataLst>
          </p:nvPr>
        </p:nvSpPr>
        <p:spPr>
          <a:xfrm>
            <a:off x="5988805" y="971635"/>
            <a:ext cx="1112890" cy="664798"/>
          </a:xfrm>
          <a:prstGeom prst="rect">
            <a:avLst/>
          </a:prstGeom>
          <a:noFill/>
          <a:ln>
            <a:noFill/>
          </a:ln>
        </p:spPr>
        <p:txBody>
          <a:bodyPr vert="horz" wrap="square" lIns="0" tIns="0" rIns="0" bIns="0" rtlCol="0" anchor="ctr"/>
          <a:p>
            <a:pPr algn="l">
              <a:lnSpc>
                <a:spcPct val="100000"/>
              </a:lnSpc>
            </a:pPr>
            <a:r>
              <a:rPr kumimoji="1" lang="en-US" altLang="zh-CN" sz="2400">
                <a:ln w="12700">
                  <a:noFill/>
                </a:ln>
                <a:solidFill>
                  <a:srgbClr val="262626">
                    <a:alpha val="100000"/>
                  </a:srgbClr>
                </a:solidFill>
                <a:latin typeface="OPPOSans B" panose="00020600040101010101" charset="-122"/>
                <a:ea typeface="OPPOSans B" panose="00020600040101010101" charset="-122"/>
                <a:cs typeface="OPPOSans B" panose="00020600040101010101" charset="-122"/>
              </a:rPr>
              <a:t>03</a:t>
            </a:r>
            <a:endParaRPr kumimoji="1" lang="zh-CN" altLang="en-US"/>
          </a:p>
        </p:txBody>
      </p:sp>
      <p:sp>
        <p:nvSpPr>
          <p:cNvPr id="8" name="标题 1"/>
          <p:cNvSpPr txBox="1"/>
          <p:nvPr>
            <p:custDataLst>
              <p:tags r:id="rId7"/>
            </p:custDataLst>
          </p:nvPr>
        </p:nvSpPr>
        <p:spPr>
          <a:xfrm>
            <a:off x="3439633" y="2157636"/>
            <a:ext cx="1733500" cy="2002103"/>
          </a:xfrm>
          <a:prstGeom prst="rect">
            <a:avLst/>
          </a:prstGeom>
          <a:noFill/>
          <a:ln>
            <a:noFill/>
          </a:ln>
        </p:spPr>
        <p:txBody>
          <a:bodyPr vert="horz" wrap="square" lIns="0" tIns="0" rIns="0" bIns="0" rtlCol="0" anchor="t"/>
          <a:p>
            <a:pPr algn="l">
              <a:lnSpc>
                <a:spcPct val="150000"/>
              </a:lnSpc>
            </a:pPr>
            <a:r>
              <a:rPr kumimoji="1" lang="en-US" altLang="zh-CN" sz="1400">
                <a:ln w="12700">
                  <a:noFill/>
                </a:ln>
                <a:solidFill>
                  <a:srgbClr val="262626">
                    <a:alpha val="100000"/>
                  </a:srgbClr>
                </a:solidFill>
                <a:latin typeface="Source Han Sans" panose="020B0400000000000000" charset="-122"/>
                <a:ea typeface="Source Han Sans" panose="020B0400000000000000" charset="-122"/>
                <a:cs typeface="Source Han Sans" panose="020B0400000000000000" charset="-122"/>
              </a:rPr>
              <a:t>前后端分离模式使得前端展示层与后端业务逻辑层解耦，提高了系统的可维护性和扩展性，便于团队协作开发，同时也使得前端界面更加灵活，能够快速响应用户需求的变化。</a:t>
            </a:r>
            <a:endParaRPr kumimoji="1" lang="zh-CN" altLang="en-US"/>
          </a:p>
        </p:txBody>
      </p:sp>
      <p:sp>
        <p:nvSpPr>
          <p:cNvPr id="9" name="标题 1"/>
          <p:cNvSpPr txBox="1"/>
          <p:nvPr>
            <p:custDataLst>
              <p:tags r:id="rId8"/>
            </p:custDataLst>
          </p:nvPr>
        </p:nvSpPr>
        <p:spPr>
          <a:xfrm>
            <a:off x="3426933" y="1555200"/>
            <a:ext cx="1745419" cy="425990"/>
          </a:xfrm>
          <a:prstGeom prst="rect">
            <a:avLst/>
          </a:prstGeom>
          <a:noFill/>
          <a:ln>
            <a:noFill/>
          </a:ln>
        </p:spPr>
        <p:txBody>
          <a:bodyPr vert="horz" wrap="square" lIns="0" tIns="0" rIns="0" bIns="0" rtlCol="0" anchor="ctr"/>
          <a:p>
            <a:pPr algn="l">
              <a:lnSpc>
                <a:spcPct val="100000"/>
              </a:lnSpc>
            </a:pPr>
            <a:r>
              <a:rPr kumimoji="1" lang="en-US" altLang="zh-CN" sz="1600" b="1">
                <a:ln w="12700">
                  <a:noFill/>
                </a:ln>
                <a:solidFill>
                  <a:srgbClr val="262626">
                    <a:alpha val="100000"/>
                  </a:srgbClr>
                </a:solidFill>
                <a:latin typeface="宋体" panose="02010600030101010101" pitchFamily="2" charset="-122"/>
                <a:ea typeface="宋体" panose="02010600030101010101" pitchFamily="2" charset="-122"/>
                <a:cs typeface="Source Han Sans CN Bold" panose="020B0800000000000000" charset="-122"/>
              </a:rPr>
              <a:t>前后端分离模式</a:t>
            </a:r>
            <a:endParaRPr kumimoji="1" lang="zh-CN" altLang="en-US" b="1">
              <a:latin typeface="宋体" panose="02010600030101010101" pitchFamily="2" charset="-122"/>
              <a:ea typeface="宋体" panose="02010600030101010101" pitchFamily="2" charset="-122"/>
            </a:endParaRPr>
          </a:p>
        </p:txBody>
      </p:sp>
      <p:sp>
        <p:nvSpPr>
          <p:cNvPr id="10" name="标题 1"/>
          <p:cNvSpPr txBox="1"/>
          <p:nvPr>
            <p:custDataLst>
              <p:tags r:id="rId9"/>
            </p:custDataLst>
          </p:nvPr>
        </p:nvSpPr>
        <p:spPr>
          <a:xfrm>
            <a:off x="6017733" y="2157636"/>
            <a:ext cx="1733500" cy="2002103"/>
          </a:xfrm>
          <a:prstGeom prst="rect">
            <a:avLst/>
          </a:prstGeom>
          <a:noFill/>
          <a:ln>
            <a:noFill/>
          </a:ln>
        </p:spPr>
        <p:txBody>
          <a:bodyPr vert="horz" wrap="square" lIns="0" tIns="0" rIns="0" bIns="0" rtlCol="0" anchor="t"/>
          <a:p>
            <a:pPr algn="l">
              <a:lnSpc>
                <a:spcPct val="150000"/>
              </a:lnSpc>
            </a:pPr>
            <a:r>
              <a:rPr kumimoji="1" lang="en-US" altLang="zh-CN" sz="1400">
                <a:ln w="12700">
                  <a:noFill/>
                </a:ln>
                <a:solidFill>
                  <a:srgbClr val="262626">
                    <a:alpha val="100000"/>
                  </a:srgbClr>
                </a:solidFill>
                <a:latin typeface="Source Han Sans" panose="020B0400000000000000" charset="-122"/>
                <a:ea typeface="Source Han Sans" panose="020B0400000000000000" charset="-122"/>
                <a:cs typeface="Source Han Sans" panose="020B0400000000000000" charset="-122"/>
              </a:rPr>
              <a:t>系统采用MySQL作为关系型数据库，用于存储结构化数据，如用户信息、健康档案等；同时结合Redis缓存技术，对高频访问数据进行缓存，提高系统性能，减轻数据库压力。</a:t>
            </a:r>
            <a:endParaRPr kumimoji="1" lang="zh-CN" altLang="en-US"/>
          </a:p>
        </p:txBody>
      </p:sp>
      <p:sp>
        <p:nvSpPr>
          <p:cNvPr id="11" name="标题 1"/>
          <p:cNvSpPr txBox="1"/>
          <p:nvPr>
            <p:custDataLst>
              <p:tags r:id="rId10"/>
            </p:custDataLst>
          </p:nvPr>
        </p:nvSpPr>
        <p:spPr>
          <a:xfrm>
            <a:off x="6005033" y="1555200"/>
            <a:ext cx="1745419" cy="425990"/>
          </a:xfrm>
          <a:prstGeom prst="rect">
            <a:avLst/>
          </a:prstGeom>
          <a:noFill/>
          <a:ln>
            <a:noFill/>
          </a:ln>
        </p:spPr>
        <p:txBody>
          <a:bodyPr vert="horz" wrap="square" lIns="0" tIns="0" rIns="0" bIns="0" rtlCol="0" anchor="ctr"/>
          <a:p>
            <a:pPr algn="l">
              <a:lnSpc>
                <a:spcPct val="100000"/>
              </a:lnSpc>
            </a:pPr>
            <a:r>
              <a:rPr kumimoji="1" lang="en-US" altLang="zh-CN" sz="1600" b="1">
                <a:ln w="12700">
                  <a:noFill/>
                </a:ln>
                <a:solidFill>
                  <a:srgbClr val="262626">
                    <a:alpha val="100000"/>
                  </a:srgbClr>
                </a:solidFill>
                <a:latin typeface="宋体" panose="02010600030101010101" pitchFamily="2" charset="-122"/>
                <a:ea typeface="宋体" panose="02010600030101010101" pitchFamily="2" charset="-122"/>
                <a:cs typeface="Source Han Sans CN Bold" panose="020B0800000000000000" charset="-122"/>
              </a:rPr>
              <a:t>数据存储策略</a:t>
            </a:r>
            <a:endParaRPr kumimoji="1" lang="zh-CN" altLang="en-US" b="1">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1500"/>
    </mc:Choice>
    <mc:Fallback>
      <p:transition spd="slow"/>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8" name="直接连接符 157"/>
          <p:cNvCxnSpPr/>
          <p:nvPr/>
        </p:nvCxnSpPr>
        <p:spPr>
          <a:xfrm>
            <a:off x="1005739" y="715062"/>
            <a:ext cx="275417"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64" name="图片 63"/>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8290290" y="64896"/>
            <a:ext cx="790862" cy="798578"/>
          </a:xfrm>
          <a:prstGeom prst="rect">
            <a:avLst/>
          </a:prstGeom>
        </p:spPr>
      </p:pic>
      <p:sp>
        <p:nvSpPr>
          <p:cNvPr id="2" name="文本框 1"/>
          <p:cNvSpPr txBox="1"/>
          <p:nvPr/>
        </p:nvSpPr>
        <p:spPr>
          <a:xfrm>
            <a:off x="311150" y="316230"/>
            <a:ext cx="1756410" cy="398780"/>
          </a:xfrm>
          <a:prstGeom prst="rect">
            <a:avLst/>
          </a:prstGeom>
          <a:noFill/>
        </p:spPr>
        <p:txBody>
          <a:bodyPr wrap="square">
            <a:spAutoFit/>
          </a:bodyPr>
          <a:lstStyle/>
          <a:p>
            <a:r>
              <a:rPr lang="zh-CN" altLang="en-US" sz="2000" b="1" dirty="0">
                <a:solidFill>
                  <a:srgbClr val="27506E"/>
                </a:solidFill>
                <a:latin typeface="宋体" panose="02010600030101010101" pitchFamily="2" charset="-122"/>
                <a:ea typeface="宋体" panose="02010600030101010101" pitchFamily="2" charset="-122"/>
              </a:rPr>
              <a:t>系统技术</a:t>
            </a:r>
            <a:r>
              <a:rPr lang="zh-CN" altLang="en-US" sz="2000" b="1" dirty="0">
                <a:solidFill>
                  <a:srgbClr val="27506E"/>
                </a:solidFill>
                <a:latin typeface="宋体" panose="02010600030101010101" pitchFamily="2" charset="-122"/>
                <a:ea typeface="宋体" panose="02010600030101010101" pitchFamily="2" charset="-122"/>
              </a:rPr>
              <a:t>架构</a:t>
            </a:r>
            <a:endParaRPr lang="zh-CN" altLang="en-US" sz="2000" b="1" dirty="0">
              <a:solidFill>
                <a:srgbClr val="27506E"/>
              </a:solidFill>
              <a:latin typeface="宋体" panose="02010600030101010101" pitchFamily="2" charset="-122"/>
              <a:ea typeface="宋体" panose="02010600030101010101" pitchFamily="2" charset="-122"/>
            </a:endParaRPr>
          </a:p>
        </p:txBody>
      </p:sp>
      <p:sp>
        <p:nvSpPr>
          <p:cNvPr id="12" name="标题 1"/>
          <p:cNvSpPr txBox="1"/>
          <p:nvPr>
            <p:custDataLst>
              <p:tags r:id="rId2"/>
            </p:custDataLst>
          </p:nvPr>
        </p:nvSpPr>
        <p:spPr>
          <a:xfrm>
            <a:off x="330835" y="1714500"/>
            <a:ext cx="3830320" cy="2239010"/>
          </a:xfrm>
          <a:prstGeom prst="roundRect">
            <a:avLst>
              <a:gd name="adj" fmla="val 6565"/>
            </a:avLst>
          </a:prstGeom>
          <a:solidFill>
            <a:schemeClr val="bg1"/>
          </a:solidFill>
          <a:ln w="12700" cap="sq">
            <a:solidFill>
              <a:schemeClr val="accent1"/>
            </a:solidFill>
            <a:miter/>
          </a:ln>
          <a:effectLst>
            <a:outerShdw blurRad="495300" dist="177800" dir="2700000" sx="99000" sy="99000" algn="tl" rotWithShape="0">
              <a:schemeClr val="accent2">
                <a:lumMod val="50000"/>
                <a:alpha val="23000"/>
              </a:schemeClr>
            </a:outerShdw>
          </a:effectLst>
        </p:spPr>
        <p:txBody>
          <a:bodyPr vert="horz" wrap="square" lIns="91440" tIns="45720" rIns="91440" bIns="45720" rtlCol="0" anchor="ctr"/>
          <a:p>
            <a:pPr algn="ctr">
              <a:lnSpc>
                <a:spcPct val="100000"/>
              </a:lnSpc>
            </a:pPr>
            <a:endParaRPr kumimoji="1" lang="zh-CN" altLang="en-US"/>
          </a:p>
        </p:txBody>
      </p:sp>
      <p:sp>
        <p:nvSpPr>
          <p:cNvPr id="13" name="标题 1"/>
          <p:cNvSpPr txBox="1"/>
          <p:nvPr>
            <p:custDataLst>
              <p:tags r:id="rId3"/>
            </p:custDataLst>
          </p:nvPr>
        </p:nvSpPr>
        <p:spPr>
          <a:xfrm>
            <a:off x="5100320" y="1714500"/>
            <a:ext cx="3830320" cy="2239645"/>
          </a:xfrm>
          <a:prstGeom prst="roundRect">
            <a:avLst>
              <a:gd name="adj" fmla="val 6565"/>
            </a:avLst>
          </a:prstGeom>
          <a:solidFill>
            <a:schemeClr val="bg1"/>
          </a:solidFill>
          <a:ln w="12700" cap="sq">
            <a:solidFill>
              <a:schemeClr val="accent1"/>
            </a:solidFill>
            <a:miter/>
          </a:ln>
          <a:effectLst>
            <a:outerShdw blurRad="495300" dist="177800" dir="2700000" sx="99000" sy="99000" algn="tl" rotWithShape="0">
              <a:schemeClr val="accent2">
                <a:lumMod val="50000"/>
                <a:alpha val="23000"/>
              </a:schemeClr>
            </a:outerShdw>
          </a:effectLst>
        </p:spPr>
        <p:txBody>
          <a:bodyPr vert="horz" wrap="square" lIns="91440" tIns="45720" rIns="91440" bIns="45720" rtlCol="0" anchor="ctr"/>
          <a:p>
            <a:pPr algn="ctr">
              <a:lnSpc>
                <a:spcPct val="100000"/>
              </a:lnSpc>
            </a:pPr>
            <a:endParaRPr kumimoji="1" lang="zh-CN" altLang="en-US"/>
          </a:p>
        </p:txBody>
      </p:sp>
      <p:sp>
        <p:nvSpPr>
          <p:cNvPr id="16" name="标题 1"/>
          <p:cNvSpPr txBox="1"/>
          <p:nvPr>
            <p:custDataLst>
              <p:tags r:id="rId4"/>
            </p:custDataLst>
          </p:nvPr>
        </p:nvSpPr>
        <p:spPr>
          <a:xfrm>
            <a:off x="88106" y="1903763"/>
            <a:ext cx="588210" cy="481263"/>
          </a:xfrm>
          <a:prstGeom prst="flowChartPunchedTape">
            <a:avLst/>
          </a:prstGeom>
          <a:gradFill>
            <a:gsLst>
              <a:gs pos="0">
                <a:schemeClr val="accent1"/>
              </a:gs>
              <a:gs pos="91000">
                <a:schemeClr val="accent1"/>
              </a:gs>
            </a:gsLst>
            <a:lin ang="2700000" scaled="0"/>
          </a:gradFill>
          <a:ln w="12700" cap="sq">
            <a:noFill/>
            <a:miter/>
          </a:ln>
          <a:effectLst>
            <a:outerShdw blurRad="381000" dist="38100" dir="2700000" algn="tl" rotWithShape="0">
              <a:schemeClr val="accent1">
                <a:lumMod val="75000"/>
                <a:alpha val="23000"/>
              </a:schemeClr>
            </a:outerShdw>
          </a:effectLst>
        </p:spPr>
        <p:txBody>
          <a:bodyPr vert="horz" wrap="square" lIns="91440" tIns="45720" rIns="91440" bIns="45720" rtlCol="0" anchor="ctr"/>
          <a:p>
            <a:pPr algn="ctr">
              <a:lnSpc>
                <a:spcPct val="100000"/>
              </a:lnSpc>
            </a:pPr>
            <a:endParaRPr kumimoji="1" lang="zh-CN" altLang="en-US"/>
          </a:p>
        </p:txBody>
      </p:sp>
      <p:sp>
        <p:nvSpPr>
          <p:cNvPr id="17" name="标题 1"/>
          <p:cNvSpPr txBox="1"/>
          <p:nvPr>
            <p:custDataLst>
              <p:tags r:id="rId5"/>
            </p:custDataLst>
          </p:nvPr>
        </p:nvSpPr>
        <p:spPr>
          <a:xfrm>
            <a:off x="4849603" y="1903763"/>
            <a:ext cx="588210" cy="481263"/>
          </a:xfrm>
          <a:prstGeom prst="flowChartPunchedTape">
            <a:avLst/>
          </a:prstGeom>
          <a:gradFill>
            <a:gsLst>
              <a:gs pos="0">
                <a:schemeClr val="accent1"/>
              </a:gs>
              <a:gs pos="91000">
                <a:schemeClr val="accent1"/>
              </a:gs>
            </a:gsLst>
            <a:lin ang="2700000" scaled="0"/>
          </a:gradFill>
          <a:ln w="12700" cap="sq">
            <a:noFill/>
            <a:miter/>
          </a:ln>
          <a:effectLst>
            <a:outerShdw blurRad="381000" dist="38100" dir="2700000" algn="tl" rotWithShape="0">
              <a:schemeClr val="accent1">
                <a:lumMod val="75000"/>
                <a:alpha val="23000"/>
              </a:schemeClr>
            </a:outerShdw>
          </a:effectLst>
        </p:spPr>
        <p:txBody>
          <a:bodyPr vert="horz" wrap="square" lIns="91440" tIns="45720" rIns="91440" bIns="45720" rtlCol="0" anchor="ctr"/>
          <a:p>
            <a:pPr algn="ctr">
              <a:lnSpc>
                <a:spcPct val="100000"/>
              </a:lnSpc>
            </a:pPr>
            <a:endParaRPr kumimoji="1" lang="zh-CN" altLang="en-US"/>
          </a:p>
        </p:txBody>
      </p:sp>
      <p:sp>
        <p:nvSpPr>
          <p:cNvPr id="20" name="标题 1"/>
          <p:cNvSpPr txBox="1"/>
          <p:nvPr>
            <p:custDataLst>
              <p:tags r:id="rId6"/>
            </p:custDataLst>
          </p:nvPr>
        </p:nvSpPr>
        <p:spPr>
          <a:xfrm>
            <a:off x="676450" y="1721275"/>
            <a:ext cx="2872600" cy="221599"/>
          </a:xfrm>
          <a:prstGeom prst="rect">
            <a:avLst/>
          </a:prstGeom>
          <a:noFill/>
          <a:ln>
            <a:noFill/>
          </a:ln>
        </p:spPr>
        <p:txBody>
          <a:bodyPr vert="horz" wrap="square" lIns="0" tIns="0" rIns="0" bIns="0" rtlCol="0" anchor="t"/>
          <a:p>
            <a:pPr algn="l">
              <a:lnSpc>
                <a:spcPct val="100000"/>
              </a:lnSpc>
            </a:pPr>
            <a:r>
              <a:rPr kumimoji="1" lang="en-US" altLang="zh-CN" sz="1600" b="1">
                <a:ln w="12700">
                  <a:noFill/>
                </a:ln>
                <a:solidFill>
                  <a:srgbClr val="333132">
                    <a:alpha val="100000"/>
                  </a:srgbClr>
                </a:solidFill>
                <a:latin typeface="Source Han Sans CN Bold" panose="020B0800000000000000" charset="-122"/>
                <a:ea typeface="Source Han Sans CN Bold" panose="020B0800000000000000" charset="-122"/>
                <a:cs typeface="Source Han Sans CN Bold" panose="020B0800000000000000" charset="-122"/>
              </a:rPr>
              <a:t>前端技术栈</a:t>
            </a:r>
            <a:endParaRPr kumimoji="1" lang="zh-CN" altLang="en-US" b="1"/>
          </a:p>
        </p:txBody>
      </p:sp>
      <p:sp>
        <p:nvSpPr>
          <p:cNvPr id="21" name="标题 1"/>
          <p:cNvSpPr txBox="1"/>
          <p:nvPr>
            <p:custDataLst>
              <p:tags r:id="rId7"/>
            </p:custDataLst>
          </p:nvPr>
        </p:nvSpPr>
        <p:spPr>
          <a:xfrm>
            <a:off x="757555" y="2083435"/>
            <a:ext cx="3271520" cy="836295"/>
          </a:xfrm>
          <a:prstGeom prst="rect">
            <a:avLst/>
          </a:prstGeom>
          <a:noFill/>
          <a:ln>
            <a:noFill/>
          </a:ln>
        </p:spPr>
        <p:txBody>
          <a:bodyPr vert="horz" wrap="square" lIns="0" tIns="0" rIns="0" bIns="0" rtlCol="0" anchor="t"/>
          <a:p>
            <a:pPr algn="l">
              <a:lnSpc>
                <a:spcPct val="150000"/>
              </a:lnSpc>
            </a:pPr>
            <a:r>
              <a:rPr kumimoji="1" lang="en-US" altLang="zh-CN" sz="1200">
                <a:ln w="12700">
                  <a:noFill/>
                </a:ln>
                <a:solidFill>
                  <a:srgbClr val="0D0D0D">
                    <a:alpha val="100000"/>
                  </a:srgbClr>
                </a:solidFill>
                <a:latin typeface="Source Han Sans" panose="020B0400000000000000" charset="-122"/>
                <a:ea typeface="Source Han Sans" panose="020B0400000000000000" charset="-122"/>
                <a:cs typeface="Source Han Sans" panose="020B0400000000000000" charset="-122"/>
              </a:rPr>
              <a:t>前端采用</a:t>
            </a:r>
            <a:r>
              <a:rPr kumimoji="1" lang="en-US" altLang="zh-CN" sz="1200" b="1">
                <a:ln w="12700">
                  <a:noFill/>
                </a:ln>
                <a:solidFill>
                  <a:srgbClr val="0D0D0D">
                    <a:alpha val="100000"/>
                  </a:srgbClr>
                </a:solidFill>
                <a:latin typeface="Times New Roman" panose="02020603050405020304" pitchFamily="18" charset="0"/>
                <a:ea typeface="Source Han Sans" panose="020B0400000000000000" charset="-122"/>
                <a:cs typeface="Times New Roman" panose="02020603050405020304" pitchFamily="18" charset="0"/>
              </a:rPr>
              <a:t>Vue 3</a:t>
            </a:r>
            <a:r>
              <a:rPr kumimoji="1" lang="en-US" altLang="zh-CN" sz="1200">
                <a:ln w="12700">
                  <a:noFill/>
                </a:ln>
                <a:solidFill>
                  <a:srgbClr val="0D0D0D">
                    <a:alpha val="100000"/>
                  </a:srgbClr>
                </a:solidFill>
                <a:latin typeface="Source Han Sans" panose="020B0400000000000000" charset="-122"/>
                <a:ea typeface="Source Han Sans" panose="020B0400000000000000" charset="-122"/>
                <a:cs typeface="Source Han Sans" panose="020B0400000000000000" charset="-122"/>
              </a:rPr>
              <a:t>框架，结合Element Plus组件库，实现响应式、组件化的开发模式，能够构建出简洁、易用且美观的用户界面，提升用户体验；使用Vite作为构建工具，提高开发效率；通过Vuex 4进行数据状态管理，Vue Router 4实现页面路由管理。</a:t>
            </a:r>
            <a:endParaRPr kumimoji="1" lang="en-US" altLang="zh-CN" sz="1200">
              <a:ln w="12700">
                <a:noFill/>
              </a:ln>
              <a:solidFill>
                <a:srgbClr val="0D0D0D">
                  <a:alpha val="100000"/>
                </a:srgbClr>
              </a:solidFill>
              <a:latin typeface="Source Han Sans" panose="020B0400000000000000" charset="-122"/>
              <a:ea typeface="Source Han Sans" panose="020B0400000000000000" charset="-122"/>
              <a:cs typeface="Source Han Sans" panose="020B0400000000000000" charset="-122"/>
            </a:endParaRPr>
          </a:p>
        </p:txBody>
      </p:sp>
      <p:sp>
        <p:nvSpPr>
          <p:cNvPr id="22" name="标题 1"/>
          <p:cNvSpPr txBox="1"/>
          <p:nvPr>
            <p:custDataLst>
              <p:tags r:id="rId8"/>
            </p:custDataLst>
          </p:nvPr>
        </p:nvSpPr>
        <p:spPr>
          <a:xfrm>
            <a:off x="1288589" y="2040783"/>
            <a:ext cx="2872600" cy="36575"/>
          </a:xfrm>
          <a:prstGeom prst="rect">
            <a:avLst/>
          </a:prstGeom>
          <a:solidFill>
            <a:schemeClr val="accent1"/>
          </a:solidFill>
          <a:ln w="12700" cap="sq">
            <a:noFill/>
            <a:miter/>
          </a:ln>
        </p:spPr>
        <p:txBody>
          <a:bodyPr vert="horz" wrap="square" lIns="91440" tIns="45720" rIns="91440" bIns="45720" rtlCol="0" anchor="ctr"/>
          <a:p>
            <a:pPr algn="ctr">
              <a:lnSpc>
                <a:spcPct val="100000"/>
              </a:lnSpc>
            </a:pPr>
            <a:endParaRPr kumimoji="1" lang="zh-CN" altLang="en-US"/>
          </a:p>
        </p:txBody>
      </p:sp>
      <p:sp>
        <p:nvSpPr>
          <p:cNvPr id="29" name="标题 1"/>
          <p:cNvSpPr txBox="1"/>
          <p:nvPr>
            <p:custDataLst>
              <p:tags r:id="rId9"/>
            </p:custDataLst>
          </p:nvPr>
        </p:nvSpPr>
        <p:spPr>
          <a:xfrm>
            <a:off x="5437584" y="1714205"/>
            <a:ext cx="2872600" cy="221599"/>
          </a:xfrm>
          <a:prstGeom prst="rect">
            <a:avLst/>
          </a:prstGeom>
          <a:noFill/>
          <a:ln>
            <a:noFill/>
          </a:ln>
        </p:spPr>
        <p:txBody>
          <a:bodyPr vert="horz" wrap="square" lIns="0" tIns="0" rIns="0" bIns="0" rtlCol="0" anchor="t"/>
          <a:p>
            <a:pPr algn="l">
              <a:lnSpc>
                <a:spcPct val="100000"/>
              </a:lnSpc>
            </a:pPr>
            <a:r>
              <a:rPr kumimoji="1" lang="en-US" altLang="zh-CN" sz="1600" b="1">
                <a:ln w="12700">
                  <a:noFill/>
                </a:ln>
                <a:solidFill>
                  <a:srgbClr val="333132">
                    <a:alpha val="100000"/>
                  </a:srgbClr>
                </a:solidFill>
                <a:latin typeface="Source Han Sans CN Bold" panose="020B0800000000000000" charset="-122"/>
                <a:ea typeface="Source Han Sans CN Bold" panose="020B0800000000000000" charset="-122"/>
                <a:cs typeface="Source Han Sans CN Bold" panose="020B0800000000000000" charset="-122"/>
              </a:rPr>
              <a:t>后端技术栈</a:t>
            </a:r>
            <a:endParaRPr kumimoji="1" lang="zh-CN" altLang="en-US" b="1"/>
          </a:p>
        </p:txBody>
      </p:sp>
      <p:sp>
        <p:nvSpPr>
          <p:cNvPr id="30" name="标题 1"/>
          <p:cNvSpPr txBox="1"/>
          <p:nvPr>
            <p:custDataLst>
              <p:tags r:id="rId10"/>
            </p:custDataLst>
          </p:nvPr>
        </p:nvSpPr>
        <p:spPr>
          <a:xfrm>
            <a:off x="5516245" y="2074545"/>
            <a:ext cx="3219450" cy="836295"/>
          </a:xfrm>
          <a:prstGeom prst="rect">
            <a:avLst/>
          </a:prstGeom>
          <a:noFill/>
          <a:ln>
            <a:noFill/>
          </a:ln>
        </p:spPr>
        <p:txBody>
          <a:bodyPr vert="horz" wrap="square" lIns="0" tIns="0" rIns="0" bIns="0" rtlCol="0" anchor="t"/>
          <a:p>
            <a:pPr algn="l">
              <a:lnSpc>
                <a:spcPct val="150000"/>
              </a:lnSpc>
            </a:pPr>
            <a:r>
              <a:rPr kumimoji="1" lang="en-US" altLang="zh-CN" sz="1200">
                <a:ln w="12700">
                  <a:noFill/>
                </a:ln>
                <a:solidFill>
                  <a:srgbClr val="0D0D0D">
                    <a:alpha val="100000"/>
                  </a:srgbClr>
                </a:solidFill>
                <a:latin typeface="Source Han Sans" panose="020B0400000000000000" charset="-122"/>
                <a:ea typeface="Source Han Sans" panose="020B0400000000000000" charset="-122"/>
                <a:cs typeface="Source Han Sans" panose="020B0400000000000000" charset="-122"/>
              </a:rPr>
              <a:t>后端基于</a:t>
            </a:r>
            <a:r>
              <a:rPr kumimoji="1" lang="en-US" altLang="zh-CN" sz="1200" b="1">
                <a:ln w="12700">
                  <a:noFill/>
                </a:ln>
                <a:solidFill>
                  <a:srgbClr val="0D0D0D">
                    <a:alpha val="100000"/>
                  </a:srgbClr>
                </a:solidFill>
                <a:latin typeface="Times New Roman" panose="02020603050405020304" pitchFamily="18" charset="0"/>
                <a:ea typeface="Source Han Sans" panose="020B0400000000000000" charset="-122"/>
                <a:cs typeface="Times New Roman" panose="02020603050405020304" pitchFamily="18" charset="0"/>
              </a:rPr>
              <a:t>Django</a:t>
            </a:r>
            <a:r>
              <a:rPr kumimoji="1" lang="en-US" altLang="zh-CN" sz="1200">
                <a:ln w="12700">
                  <a:noFill/>
                </a:ln>
                <a:solidFill>
                  <a:srgbClr val="0D0D0D">
                    <a:alpha val="100000"/>
                  </a:srgbClr>
                </a:solidFill>
                <a:latin typeface="Source Han Sans" panose="020B0400000000000000" charset="-122"/>
                <a:ea typeface="Source Han Sans" panose="020B0400000000000000" charset="-122"/>
                <a:cs typeface="Source Han Sans" panose="020B0400000000000000" charset="-122"/>
              </a:rPr>
              <a:t>框架，利用其ORM功能简化数据库操作，提高开发效率；通过Django REST Framework实现API接口的快速开发，并支持基于Token的认证机制，保障数据传输安全；集成Celery任务队列，处理定时任务，如预约提醒等。</a:t>
            </a:r>
            <a:endParaRPr kumimoji="1" lang="en-US" altLang="zh-CN" sz="1200">
              <a:ln w="12700">
                <a:noFill/>
              </a:ln>
              <a:solidFill>
                <a:srgbClr val="0D0D0D">
                  <a:alpha val="100000"/>
                </a:srgbClr>
              </a:solidFill>
              <a:latin typeface="Source Han Sans" panose="020B0400000000000000" charset="-122"/>
              <a:ea typeface="Source Han Sans" panose="020B0400000000000000" charset="-122"/>
              <a:cs typeface="Source Han Sans" panose="020B0400000000000000" charset="-122"/>
            </a:endParaRPr>
          </a:p>
        </p:txBody>
      </p:sp>
      <p:sp>
        <p:nvSpPr>
          <p:cNvPr id="31" name="标题 1"/>
          <p:cNvSpPr txBox="1"/>
          <p:nvPr>
            <p:custDataLst>
              <p:tags r:id="rId11"/>
            </p:custDataLst>
          </p:nvPr>
        </p:nvSpPr>
        <p:spPr>
          <a:xfrm>
            <a:off x="6073218" y="2038158"/>
            <a:ext cx="2872600" cy="36575"/>
          </a:xfrm>
          <a:prstGeom prst="rect">
            <a:avLst/>
          </a:prstGeom>
          <a:solidFill>
            <a:schemeClr val="accent1"/>
          </a:solidFill>
          <a:ln w="12700" cap="sq">
            <a:noFill/>
            <a:miter/>
          </a:ln>
        </p:spPr>
        <p:txBody>
          <a:bodyPr vert="horz" wrap="square" lIns="91440" tIns="45720" rIns="91440" bIns="45720" rtlCol="0" anchor="ctr"/>
          <a:p>
            <a:pPr algn="ctr">
              <a:lnSpc>
                <a:spcPct val="100000"/>
              </a:lnSpc>
            </a:pPr>
            <a:endParaRPr kumimoji="1" lang="zh-CN" altLang="en-US"/>
          </a:p>
        </p:txBody>
      </p:sp>
      <p:sp>
        <p:nvSpPr>
          <p:cNvPr id="32" name="标题 1"/>
          <p:cNvSpPr txBox="1"/>
          <p:nvPr>
            <p:custDataLst>
              <p:tags r:id="rId12"/>
            </p:custDataLst>
          </p:nvPr>
        </p:nvSpPr>
        <p:spPr>
          <a:xfrm>
            <a:off x="302418" y="2107795"/>
            <a:ext cx="175549" cy="153690"/>
          </a:xfrm>
          <a:custGeom>
            <a:avLst/>
            <a:gdLst>
              <a:gd name="connsiteX0" fmla="*/ 411293 w 822401"/>
              <a:gd name="connsiteY0" fmla="*/ 234366 h 720000"/>
              <a:gd name="connsiteX1" fmla="*/ 536928 w 822401"/>
              <a:gd name="connsiteY1" fmla="*/ 360000 h 720000"/>
              <a:gd name="connsiteX2" fmla="*/ 411293 w 822401"/>
              <a:gd name="connsiteY2" fmla="*/ 485635 h 720000"/>
              <a:gd name="connsiteX3" fmla="*/ 285659 w 822401"/>
              <a:gd name="connsiteY3" fmla="*/ 360000 h 720000"/>
              <a:gd name="connsiteX4" fmla="*/ 411293 w 822401"/>
              <a:gd name="connsiteY4" fmla="*/ 234366 h 720000"/>
              <a:gd name="connsiteX5" fmla="*/ 411293 w 822401"/>
              <a:gd name="connsiteY5" fmla="*/ 178938 h 720000"/>
              <a:gd name="connsiteX6" fmla="*/ 230231 w 822401"/>
              <a:gd name="connsiteY6" fmla="*/ 360000 h 720000"/>
              <a:gd name="connsiteX7" fmla="*/ 411293 w 822401"/>
              <a:gd name="connsiteY7" fmla="*/ 541063 h 720000"/>
              <a:gd name="connsiteX8" fmla="*/ 592355 w 822401"/>
              <a:gd name="connsiteY8" fmla="*/ 360000 h 720000"/>
              <a:gd name="connsiteX9" fmla="*/ 411293 w 822401"/>
              <a:gd name="connsiteY9" fmla="*/ 178938 h 720000"/>
              <a:gd name="connsiteX10" fmla="*/ 219884 w 822401"/>
              <a:gd name="connsiteY10" fmla="*/ 0 h 720000"/>
              <a:gd name="connsiteX11" fmla="*/ 602517 w 822401"/>
              <a:gd name="connsiteY11" fmla="*/ 0 h 720000"/>
              <a:gd name="connsiteX12" fmla="*/ 627275 w 822401"/>
              <a:gd name="connsiteY12" fmla="*/ 14319 h 720000"/>
              <a:gd name="connsiteX13" fmla="*/ 818591 w 822401"/>
              <a:gd name="connsiteY13" fmla="*/ 345682 h 720000"/>
              <a:gd name="connsiteX14" fmla="*/ 818591 w 822401"/>
              <a:gd name="connsiteY14" fmla="*/ 374319 h 720000"/>
              <a:gd name="connsiteX15" fmla="*/ 627367 w 822401"/>
              <a:gd name="connsiteY15" fmla="*/ 705682 h 720000"/>
              <a:gd name="connsiteX16" fmla="*/ 602609 w 822401"/>
              <a:gd name="connsiteY16" fmla="*/ 720000 h 720000"/>
              <a:gd name="connsiteX17" fmla="*/ 219977 w 822401"/>
              <a:gd name="connsiteY17" fmla="*/ 720000 h 720000"/>
              <a:gd name="connsiteX18" fmla="*/ 195219 w 822401"/>
              <a:gd name="connsiteY18" fmla="*/ 705682 h 720000"/>
              <a:gd name="connsiteX19" fmla="*/ 3811 w 822401"/>
              <a:gd name="connsiteY19" fmla="*/ 374319 h 720000"/>
              <a:gd name="connsiteX20" fmla="*/ 3811 w 822401"/>
              <a:gd name="connsiteY20" fmla="*/ 345682 h 720000"/>
              <a:gd name="connsiteX21" fmla="*/ 195127 w 822401"/>
              <a:gd name="connsiteY21" fmla="*/ 14319 h 720000"/>
              <a:gd name="connsiteX22" fmla="*/ 219884 w 822401"/>
              <a:gd name="connsiteY22" fmla="*/ 0 h 720000"/>
            </a:gdLst>
            <a:ahLst/>
            <a:cxnLst/>
            <a:rect l="l" t="t" r="r" b="b"/>
            <a:pathLst>
              <a:path w="822401" h="720000">
                <a:moveTo>
                  <a:pt x="411293" y="234366"/>
                </a:moveTo>
                <a:cubicBezTo>
                  <a:pt x="480577" y="234366"/>
                  <a:pt x="536928" y="290716"/>
                  <a:pt x="536928" y="360000"/>
                </a:cubicBezTo>
                <a:cubicBezTo>
                  <a:pt x="536928" y="429284"/>
                  <a:pt x="480577" y="485635"/>
                  <a:pt x="411293" y="485635"/>
                </a:cubicBezTo>
                <a:cubicBezTo>
                  <a:pt x="342009" y="485635"/>
                  <a:pt x="285659" y="429284"/>
                  <a:pt x="285659" y="360000"/>
                </a:cubicBezTo>
                <a:cubicBezTo>
                  <a:pt x="285659" y="290716"/>
                  <a:pt x="342009" y="234366"/>
                  <a:pt x="411293" y="234366"/>
                </a:cubicBezTo>
                <a:close/>
                <a:moveTo>
                  <a:pt x="411293" y="178938"/>
                </a:moveTo>
                <a:cubicBezTo>
                  <a:pt x="311432" y="178938"/>
                  <a:pt x="230231" y="260139"/>
                  <a:pt x="230231" y="360000"/>
                </a:cubicBezTo>
                <a:cubicBezTo>
                  <a:pt x="230231" y="459862"/>
                  <a:pt x="311432" y="541063"/>
                  <a:pt x="411293" y="541063"/>
                </a:cubicBezTo>
                <a:cubicBezTo>
                  <a:pt x="511154" y="541063"/>
                  <a:pt x="592355" y="459862"/>
                  <a:pt x="592355" y="360000"/>
                </a:cubicBezTo>
                <a:cubicBezTo>
                  <a:pt x="592355" y="260139"/>
                  <a:pt x="511154" y="178938"/>
                  <a:pt x="411293" y="178938"/>
                </a:cubicBezTo>
                <a:close/>
                <a:moveTo>
                  <a:pt x="219884" y="0"/>
                </a:moveTo>
                <a:lnTo>
                  <a:pt x="602517" y="0"/>
                </a:lnTo>
                <a:cubicBezTo>
                  <a:pt x="612679" y="0"/>
                  <a:pt x="622194" y="5451"/>
                  <a:pt x="627275" y="14319"/>
                </a:cubicBezTo>
                <a:lnTo>
                  <a:pt x="818591" y="345682"/>
                </a:lnTo>
                <a:cubicBezTo>
                  <a:pt x="823672" y="354550"/>
                  <a:pt x="823672" y="365451"/>
                  <a:pt x="818591" y="374319"/>
                </a:cubicBezTo>
                <a:lnTo>
                  <a:pt x="627367" y="705682"/>
                </a:lnTo>
                <a:cubicBezTo>
                  <a:pt x="622286" y="714550"/>
                  <a:pt x="612771" y="720000"/>
                  <a:pt x="602609" y="720000"/>
                </a:cubicBezTo>
                <a:lnTo>
                  <a:pt x="219977" y="720000"/>
                </a:lnTo>
                <a:cubicBezTo>
                  <a:pt x="209815" y="720000"/>
                  <a:pt x="200300" y="714550"/>
                  <a:pt x="195219" y="705682"/>
                </a:cubicBezTo>
                <a:lnTo>
                  <a:pt x="3811" y="374319"/>
                </a:lnTo>
                <a:cubicBezTo>
                  <a:pt x="-1270" y="365543"/>
                  <a:pt x="-1270" y="354550"/>
                  <a:pt x="3811" y="345682"/>
                </a:cubicBezTo>
                <a:lnTo>
                  <a:pt x="195127" y="14319"/>
                </a:lnTo>
                <a:cubicBezTo>
                  <a:pt x="200208" y="5451"/>
                  <a:pt x="209723" y="0"/>
                  <a:pt x="219884" y="0"/>
                </a:cubicBezTo>
                <a:close/>
              </a:path>
            </a:pathLst>
          </a:custGeom>
          <a:solidFill>
            <a:schemeClr val="bg1"/>
          </a:solidFill>
          <a:ln w="1553" cap="flat">
            <a:noFill/>
            <a:miter/>
          </a:ln>
        </p:spPr>
        <p:txBody>
          <a:bodyPr vert="horz" wrap="square" lIns="91440" tIns="45720" rIns="91440" bIns="45720" rtlCol="0" anchor="ctr"/>
          <a:p>
            <a:pPr algn="l">
              <a:lnSpc>
                <a:spcPct val="100000"/>
              </a:lnSpc>
            </a:pPr>
            <a:endParaRPr kumimoji="1" lang="zh-CN" altLang="en-US"/>
          </a:p>
        </p:txBody>
      </p:sp>
      <p:sp>
        <p:nvSpPr>
          <p:cNvPr id="34" name="标题 1"/>
          <p:cNvSpPr txBox="1"/>
          <p:nvPr>
            <p:custDataLst>
              <p:tags r:id="rId13"/>
            </p:custDataLst>
          </p:nvPr>
        </p:nvSpPr>
        <p:spPr>
          <a:xfrm>
            <a:off x="5100120" y="2093661"/>
            <a:ext cx="153668" cy="153690"/>
          </a:xfrm>
          <a:custGeom>
            <a:avLst/>
            <a:gdLst>
              <a:gd name="connsiteX0" fmla="*/ 579031 w 719895"/>
              <a:gd name="connsiteY0" fmla="*/ 554022 h 720000"/>
              <a:gd name="connsiteX1" fmla="*/ 596778 w 719895"/>
              <a:gd name="connsiteY1" fmla="*/ 561368 h 720000"/>
              <a:gd name="connsiteX2" fmla="*/ 712550 w 719895"/>
              <a:gd name="connsiteY2" fmla="*/ 677140 h 720000"/>
              <a:gd name="connsiteX3" fmla="*/ 712550 w 719895"/>
              <a:gd name="connsiteY3" fmla="*/ 712634 h 720000"/>
              <a:gd name="connsiteX4" fmla="*/ 694887 w 719895"/>
              <a:gd name="connsiteY4" fmla="*/ 720000 h 720000"/>
              <a:gd name="connsiteX5" fmla="*/ 677140 w 719895"/>
              <a:gd name="connsiteY5" fmla="*/ 712634 h 720000"/>
              <a:gd name="connsiteX6" fmla="*/ 561284 w 719895"/>
              <a:gd name="connsiteY6" fmla="*/ 596861 h 720000"/>
              <a:gd name="connsiteX7" fmla="*/ 561284 w 719895"/>
              <a:gd name="connsiteY7" fmla="*/ 561368 h 720000"/>
              <a:gd name="connsiteX8" fmla="*/ 579031 w 719895"/>
              <a:gd name="connsiteY8" fmla="*/ 554022 h 720000"/>
              <a:gd name="connsiteX9" fmla="*/ 301109 w 719895"/>
              <a:gd name="connsiteY9" fmla="*/ 0 h 720000"/>
              <a:gd name="connsiteX10" fmla="*/ 602219 w 719895"/>
              <a:gd name="connsiteY10" fmla="*/ 301109 h 720000"/>
              <a:gd name="connsiteX11" fmla="*/ 301109 w 719895"/>
              <a:gd name="connsiteY11" fmla="*/ 602219 h 720000"/>
              <a:gd name="connsiteX12" fmla="*/ 0 w 719895"/>
              <a:gd name="connsiteY12" fmla="*/ 301109 h 720000"/>
              <a:gd name="connsiteX13" fmla="*/ 301109 w 719895"/>
              <a:gd name="connsiteY13" fmla="*/ 0 h 720000"/>
            </a:gdLst>
            <a:ahLst/>
            <a:cxnLst/>
            <a:rect l="l" t="t" r="r" b="b"/>
            <a:pathLst>
              <a:path w="719895" h="720000">
                <a:moveTo>
                  <a:pt x="579031" y="554022"/>
                </a:moveTo>
                <a:cubicBezTo>
                  <a:pt x="585456" y="554022"/>
                  <a:pt x="591880" y="556471"/>
                  <a:pt x="596778" y="561368"/>
                </a:cubicBezTo>
                <a:lnTo>
                  <a:pt x="712550" y="677140"/>
                </a:lnTo>
                <a:cubicBezTo>
                  <a:pt x="722344" y="686935"/>
                  <a:pt x="722344" y="702840"/>
                  <a:pt x="712550" y="712634"/>
                </a:cubicBezTo>
                <a:cubicBezTo>
                  <a:pt x="707778" y="717573"/>
                  <a:pt x="701333" y="720000"/>
                  <a:pt x="694887" y="720000"/>
                </a:cubicBezTo>
                <a:cubicBezTo>
                  <a:pt x="688441" y="720000"/>
                  <a:pt x="681995" y="717573"/>
                  <a:pt x="677140" y="712634"/>
                </a:cubicBezTo>
                <a:lnTo>
                  <a:pt x="561284" y="596861"/>
                </a:lnTo>
                <a:cubicBezTo>
                  <a:pt x="551490" y="587067"/>
                  <a:pt x="551490" y="571162"/>
                  <a:pt x="561284" y="561368"/>
                </a:cubicBezTo>
                <a:cubicBezTo>
                  <a:pt x="566181" y="556471"/>
                  <a:pt x="572606" y="554022"/>
                  <a:pt x="579031" y="554022"/>
                </a:cubicBezTo>
                <a:close/>
                <a:moveTo>
                  <a:pt x="301109" y="0"/>
                </a:moveTo>
                <a:cubicBezTo>
                  <a:pt x="467443" y="0"/>
                  <a:pt x="602219" y="134859"/>
                  <a:pt x="602219" y="301109"/>
                </a:cubicBezTo>
                <a:cubicBezTo>
                  <a:pt x="602219" y="467443"/>
                  <a:pt x="467443" y="602219"/>
                  <a:pt x="301109" y="602219"/>
                </a:cubicBezTo>
                <a:cubicBezTo>
                  <a:pt x="134775" y="602219"/>
                  <a:pt x="0" y="467443"/>
                  <a:pt x="0" y="301109"/>
                </a:cubicBezTo>
                <a:cubicBezTo>
                  <a:pt x="0" y="134775"/>
                  <a:pt x="134775" y="0"/>
                  <a:pt x="301109" y="0"/>
                </a:cubicBezTo>
                <a:close/>
              </a:path>
            </a:pathLst>
          </a:custGeom>
          <a:solidFill>
            <a:schemeClr val="bg1"/>
          </a:solidFill>
          <a:ln w="1860" cap="flat">
            <a:noFill/>
            <a:miter/>
          </a:ln>
        </p:spPr>
        <p:txBody>
          <a:bodyPr vert="horz" wrap="square" lIns="91440" tIns="45720" rIns="91440" bIns="45720" rtlCol="0" anchor="ctr"/>
          <a:p>
            <a:pPr algn="l">
              <a:lnSpc>
                <a:spcPct val="100000"/>
              </a:lnSpc>
            </a:pPr>
            <a:endParaRPr kumimoji="1" lang="zh-CN" altLang="en-US"/>
          </a:p>
        </p:txBody>
      </p:sp>
      <p:sp>
        <p:nvSpPr>
          <p:cNvPr id="36" name="文本框 35"/>
          <p:cNvSpPr txBox="1"/>
          <p:nvPr/>
        </p:nvSpPr>
        <p:spPr>
          <a:xfrm>
            <a:off x="579755" y="802005"/>
            <a:ext cx="1219200" cy="299085"/>
          </a:xfrm>
          <a:prstGeom prst="rect">
            <a:avLst/>
          </a:prstGeom>
          <a:noFill/>
        </p:spPr>
        <p:txBody>
          <a:bodyPr wrap="square" rtlCol="0">
            <a:spAutoFit/>
          </a:bodyPr>
          <a:p>
            <a:r>
              <a:rPr kumimoji="1" lang="zh-CN" altLang="en-US" b="1">
                <a:ln w="12700">
                  <a:noFill/>
                </a:ln>
                <a:solidFill>
                  <a:schemeClr val="accent1">
                    <a:alpha val="100000"/>
                  </a:schemeClr>
                </a:solidFill>
                <a:latin typeface="Source Han Sans" panose="020B0400000000000000" charset="-122"/>
                <a:ea typeface="Source Han Sans" panose="020B0400000000000000" charset="-122"/>
                <a:cs typeface="Source Han Sans" panose="020B0400000000000000" charset="-122"/>
                <a:sym typeface="+mn-ea"/>
              </a:rPr>
              <a:t>相关技术选型</a:t>
            </a:r>
            <a:endParaRPr kumimoji="1" lang="zh-CN" altLang="en-US" b="1">
              <a:ln w="12700">
                <a:noFill/>
              </a:ln>
              <a:solidFill>
                <a:schemeClr val="accent1">
                  <a:alpha val="100000"/>
                </a:schemeClr>
              </a:solidFill>
              <a:latin typeface="Source Han Sans" panose="020B0400000000000000" charset="-122"/>
              <a:ea typeface="Source Han Sans" panose="020B0400000000000000" charset="-122"/>
              <a:cs typeface="Source Han Sans" panose="020B0400000000000000"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500"/>
    </mc:Choice>
    <mc:Fallback>
      <p:transition spd="slow"/>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框 5"/>
          <p:cNvSpPr txBox="1">
            <a:spLocks noChangeArrowheads="1"/>
          </p:cNvSpPr>
          <p:nvPr/>
        </p:nvSpPr>
        <p:spPr bwMode="auto">
          <a:xfrm>
            <a:off x="2741551" y="2236759"/>
            <a:ext cx="35496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zh-CN" altLang="en-US" sz="2400" b="1" dirty="0">
                <a:solidFill>
                  <a:srgbClr val="27506E"/>
                </a:solidFill>
                <a:latin typeface="宋体" panose="02010600030101010101" pitchFamily="2" charset="-122"/>
                <a:ea typeface="宋体" panose="02010600030101010101" pitchFamily="2" charset="-122"/>
              </a:rPr>
              <a:t>系统功能模块设计与</a:t>
            </a:r>
            <a:r>
              <a:rPr lang="zh-CN" altLang="en-US" sz="2400" b="1" dirty="0">
                <a:solidFill>
                  <a:srgbClr val="27506E"/>
                </a:solidFill>
                <a:latin typeface="宋体" panose="02010600030101010101" pitchFamily="2" charset="-122"/>
                <a:ea typeface="宋体" panose="02010600030101010101" pitchFamily="2" charset="-122"/>
              </a:rPr>
              <a:t>实现</a:t>
            </a:r>
            <a:endParaRPr lang="zh-CN" altLang="en-US" sz="2400" b="1" dirty="0">
              <a:solidFill>
                <a:srgbClr val="27506E"/>
              </a:solidFill>
              <a:latin typeface="宋体" panose="02010600030101010101" pitchFamily="2" charset="-122"/>
              <a:ea typeface="宋体" panose="02010600030101010101" pitchFamily="2" charset="-122"/>
            </a:endParaRPr>
          </a:p>
        </p:txBody>
      </p:sp>
      <p:sp>
        <p:nvSpPr>
          <p:cNvPr id="16" name="AutoShape 59"/>
          <p:cNvSpPr/>
          <p:nvPr/>
        </p:nvSpPr>
        <p:spPr bwMode="auto">
          <a:xfrm>
            <a:off x="4094398" y="1390830"/>
            <a:ext cx="732952" cy="729725"/>
          </a:xfrm>
          <a:custGeom>
            <a:avLst/>
            <a:gdLst>
              <a:gd name="T0" fmla="+- 0 10794 23"/>
              <a:gd name="T1" fmla="*/ T0 w 21543"/>
              <a:gd name="T2" fmla="*/ 10800 h 21600"/>
              <a:gd name="T3" fmla="+- 0 10794 23"/>
              <a:gd name="T4" fmla="*/ T3 w 21543"/>
              <a:gd name="T5" fmla="*/ 10800 h 21600"/>
              <a:gd name="T6" fmla="+- 0 10794 23"/>
              <a:gd name="T7" fmla="*/ T6 w 21543"/>
              <a:gd name="T8" fmla="*/ 10800 h 21600"/>
              <a:gd name="T9" fmla="+- 0 10794 23"/>
              <a:gd name="T10" fmla="*/ T9 w 21543"/>
              <a:gd name="T11" fmla="*/ 10800 h 21600"/>
            </a:gdLst>
            <a:ahLst/>
            <a:cxnLst>
              <a:cxn ang="0">
                <a:pos x="T1" y="T2"/>
              </a:cxn>
              <a:cxn ang="0">
                <a:pos x="T4" y="T5"/>
              </a:cxn>
              <a:cxn ang="0">
                <a:pos x="T7" y="T8"/>
              </a:cxn>
              <a:cxn ang="0">
                <a:pos x="T10" y="T11"/>
              </a:cxn>
            </a:cxnLst>
            <a:rect l="0" t="0" r="r" b="b"/>
            <a:pathLst>
              <a:path w="21543" h="21600">
                <a:moveTo>
                  <a:pt x="16976" y="19986"/>
                </a:moveTo>
                <a:lnTo>
                  <a:pt x="11226" y="17680"/>
                </a:lnTo>
                <a:cubicBezTo>
                  <a:pt x="11088" y="17626"/>
                  <a:pt x="10946" y="17608"/>
                  <a:pt x="10806" y="17600"/>
                </a:cubicBezTo>
                <a:lnTo>
                  <a:pt x="19660" y="3837"/>
                </a:lnTo>
                <a:cubicBezTo>
                  <a:pt x="19660" y="3837"/>
                  <a:pt x="16976" y="19986"/>
                  <a:pt x="16976" y="19986"/>
                </a:cubicBezTo>
                <a:close/>
                <a:moveTo>
                  <a:pt x="6859" y="16244"/>
                </a:moveTo>
                <a:cubicBezTo>
                  <a:pt x="6858" y="16242"/>
                  <a:pt x="6855" y="16240"/>
                  <a:pt x="6854" y="16238"/>
                </a:cubicBezTo>
                <a:lnTo>
                  <a:pt x="19606" y="2552"/>
                </a:lnTo>
                <a:lnTo>
                  <a:pt x="8735" y="19536"/>
                </a:lnTo>
                <a:cubicBezTo>
                  <a:pt x="8735" y="19536"/>
                  <a:pt x="6859" y="16244"/>
                  <a:pt x="6859" y="16244"/>
                </a:cubicBezTo>
                <a:close/>
                <a:moveTo>
                  <a:pt x="2111" y="14024"/>
                </a:moveTo>
                <a:lnTo>
                  <a:pt x="17712" y="3595"/>
                </a:lnTo>
                <a:lnTo>
                  <a:pt x="6369" y="15770"/>
                </a:lnTo>
                <a:cubicBezTo>
                  <a:pt x="6309" y="15734"/>
                  <a:pt x="6256" y="15687"/>
                  <a:pt x="6190" y="15660"/>
                </a:cubicBezTo>
                <a:cubicBezTo>
                  <a:pt x="6190" y="15660"/>
                  <a:pt x="2111" y="14024"/>
                  <a:pt x="2111" y="14024"/>
                </a:cubicBezTo>
                <a:close/>
                <a:moveTo>
                  <a:pt x="21234" y="108"/>
                </a:moveTo>
                <a:cubicBezTo>
                  <a:pt x="21123" y="35"/>
                  <a:pt x="20996" y="0"/>
                  <a:pt x="20868" y="0"/>
                </a:cubicBezTo>
                <a:cubicBezTo>
                  <a:pt x="20738" y="0"/>
                  <a:pt x="20608" y="36"/>
                  <a:pt x="20495" y="113"/>
                </a:cubicBezTo>
                <a:lnTo>
                  <a:pt x="299" y="13613"/>
                </a:lnTo>
                <a:cubicBezTo>
                  <a:pt x="91" y="13751"/>
                  <a:pt x="-23" y="13995"/>
                  <a:pt x="3" y="14244"/>
                </a:cubicBezTo>
                <a:cubicBezTo>
                  <a:pt x="28" y="14494"/>
                  <a:pt x="190" y="14708"/>
                  <a:pt x="422" y="14801"/>
                </a:cubicBezTo>
                <a:lnTo>
                  <a:pt x="5689" y="16914"/>
                </a:lnTo>
                <a:lnTo>
                  <a:pt x="8166" y="21259"/>
                </a:lnTo>
                <a:cubicBezTo>
                  <a:pt x="8284" y="21468"/>
                  <a:pt x="8505" y="21597"/>
                  <a:pt x="8743" y="21599"/>
                </a:cubicBezTo>
                <a:lnTo>
                  <a:pt x="8751" y="21599"/>
                </a:lnTo>
                <a:cubicBezTo>
                  <a:pt x="8987" y="21599"/>
                  <a:pt x="9206" y="21474"/>
                  <a:pt x="9328" y="21271"/>
                </a:cubicBezTo>
                <a:lnTo>
                  <a:pt x="10726" y="18934"/>
                </a:lnTo>
                <a:lnTo>
                  <a:pt x="17253" y="21551"/>
                </a:lnTo>
                <a:cubicBezTo>
                  <a:pt x="17332" y="21584"/>
                  <a:pt x="17418" y="21599"/>
                  <a:pt x="17502" y="21599"/>
                </a:cubicBezTo>
                <a:cubicBezTo>
                  <a:pt x="17617" y="21599"/>
                  <a:pt x="17731" y="21571"/>
                  <a:pt x="17832" y="21512"/>
                </a:cubicBezTo>
                <a:cubicBezTo>
                  <a:pt x="18010" y="21412"/>
                  <a:pt x="18133" y="21238"/>
                  <a:pt x="18167" y="21035"/>
                </a:cubicBezTo>
                <a:lnTo>
                  <a:pt x="21533" y="785"/>
                </a:lnTo>
                <a:cubicBezTo>
                  <a:pt x="21576" y="520"/>
                  <a:pt x="21459" y="254"/>
                  <a:pt x="21234" y="108"/>
                </a:cubicBezTo>
              </a:path>
            </a:pathLst>
          </a:custGeom>
          <a:solidFill>
            <a:srgbClr val="27506E"/>
          </a:solidFill>
          <a:ln>
            <a:noFill/>
          </a:ln>
          <a:effectLst/>
        </p:spPr>
        <p:txBody>
          <a:bodyPr lIns="19050" tIns="19050" rIns="19050" bIns="19050" anchor="ctr"/>
          <a:lstStyle/>
          <a:p>
            <a:pPr marL="0" marR="0" lvl="0" indent="0" algn="ctr" defTabSz="228600" eaLnBrk="1" fontAlgn="auto" latinLnBrk="0" hangingPunct="1">
              <a:lnSpc>
                <a:spcPct val="100000"/>
              </a:lnSpc>
              <a:spcBef>
                <a:spcPts val="0"/>
              </a:spcBef>
              <a:spcAft>
                <a:spcPts val="0"/>
              </a:spcAft>
              <a:buClrTx/>
              <a:buSzTx/>
              <a:buFontTx/>
              <a:buNone/>
              <a:defRPr/>
            </a:pPr>
            <a:endParaRPr kumimoji="0" lang="en-US" sz="1500" b="0" i="0" u="none" strike="noStrike" kern="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Times New Roman" panose="02020603050405020304" pitchFamily="18" charset="0"/>
              <a:sym typeface="Gill Sans" charset="0"/>
            </a:endParaRPr>
          </a:p>
        </p:txBody>
      </p:sp>
      <p:cxnSp>
        <p:nvCxnSpPr>
          <p:cNvPr id="18" name="直接连接符 17"/>
          <p:cNvCxnSpPr/>
          <p:nvPr/>
        </p:nvCxnSpPr>
        <p:spPr>
          <a:xfrm>
            <a:off x="4296861" y="2814629"/>
            <a:ext cx="439032"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49" name="组合 48"/>
          <p:cNvGrpSpPr>
            <a:grpSpLocks noChangeAspect="1"/>
          </p:cNvGrpSpPr>
          <p:nvPr/>
        </p:nvGrpSpPr>
        <p:grpSpPr>
          <a:xfrm>
            <a:off x="3062226" y="3232654"/>
            <a:ext cx="2908300" cy="478155"/>
            <a:chOff x="6350" y="1903413"/>
            <a:chExt cx="12182476" cy="2000250"/>
          </a:xfrm>
        </p:grpSpPr>
        <p:sp>
          <p:nvSpPr>
            <p:cNvPr id="50" name="Freeform 16"/>
            <p:cNvSpPr/>
            <p:nvPr/>
          </p:nvSpPr>
          <p:spPr bwMode="auto">
            <a:xfrm>
              <a:off x="6350" y="2878138"/>
              <a:ext cx="6091238" cy="1025525"/>
            </a:xfrm>
            <a:custGeom>
              <a:avLst/>
              <a:gdLst>
                <a:gd name="T0" fmla="*/ 1920 w 1920"/>
                <a:gd name="T1" fmla="*/ 323 h 323"/>
                <a:gd name="T2" fmla="*/ 1209 w 1920"/>
                <a:gd name="T3" fmla="*/ 38 h 323"/>
                <a:gd name="T4" fmla="*/ 0 w 1920"/>
                <a:gd name="T5" fmla="*/ 86 h 323"/>
              </a:gdLst>
              <a:ahLst/>
              <a:cxnLst>
                <a:cxn ang="0">
                  <a:pos x="T0" y="T1"/>
                </a:cxn>
                <a:cxn ang="0">
                  <a:pos x="T2" y="T3"/>
                </a:cxn>
                <a:cxn ang="0">
                  <a:pos x="T4" y="T5"/>
                </a:cxn>
              </a:cxnLst>
              <a:rect l="0" t="0" r="r" b="b"/>
              <a:pathLst>
                <a:path w="1920" h="323">
                  <a:moveTo>
                    <a:pt x="1920" y="323"/>
                  </a:moveTo>
                  <a:cubicBezTo>
                    <a:pt x="1742" y="142"/>
                    <a:pt x="1510" y="77"/>
                    <a:pt x="1209" y="38"/>
                  </a:cubicBezTo>
                  <a:cubicBezTo>
                    <a:pt x="928" y="2"/>
                    <a:pt x="495" y="0"/>
                    <a:pt x="0" y="86"/>
                  </a:cubicBezTo>
                </a:path>
              </a:pathLst>
            </a:custGeom>
            <a:noFill/>
            <a:ln w="63500" cap="flat">
              <a:solidFill>
                <a:schemeClr val="accent1"/>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黑体" panose="02010609060101010101" pitchFamily="49" charset="-122"/>
                <a:ea typeface="黑体" panose="02010609060101010101" pitchFamily="49" charset="-122"/>
              </a:endParaRPr>
            </a:p>
          </p:txBody>
        </p:sp>
        <p:sp>
          <p:nvSpPr>
            <p:cNvPr id="51" name="Freeform 17"/>
            <p:cNvSpPr/>
            <p:nvPr/>
          </p:nvSpPr>
          <p:spPr bwMode="auto">
            <a:xfrm>
              <a:off x="6350" y="3068638"/>
              <a:ext cx="6091238" cy="835025"/>
            </a:xfrm>
            <a:custGeom>
              <a:avLst/>
              <a:gdLst>
                <a:gd name="T0" fmla="*/ 1920 w 1920"/>
                <a:gd name="T1" fmla="*/ 263 h 263"/>
                <a:gd name="T2" fmla="*/ 1155 w 1920"/>
                <a:gd name="T3" fmla="*/ 28 h 263"/>
                <a:gd name="T4" fmla="*/ 0 w 1920"/>
                <a:gd name="T5" fmla="*/ 59 h 263"/>
              </a:gdLst>
              <a:ahLst/>
              <a:cxnLst>
                <a:cxn ang="0">
                  <a:pos x="T0" y="T1"/>
                </a:cxn>
                <a:cxn ang="0">
                  <a:pos x="T2" y="T3"/>
                </a:cxn>
                <a:cxn ang="0">
                  <a:pos x="T4" y="T5"/>
                </a:cxn>
              </a:cxnLst>
              <a:rect l="0" t="0" r="r" b="b"/>
              <a:pathLst>
                <a:path w="1920" h="263">
                  <a:moveTo>
                    <a:pt x="1920" y="263"/>
                  </a:moveTo>
                  <a:cubicBezTo>
                    <a:pt x="1671" y="92"/>
                    <a:pt x="1458" y="53"/>
                    <a:pt x="1155" y="28"/>
                  </a:cubicBezTo>
                  <a:cubicBezTo>
                    <a:pt x="807" y="0"/>
                    <a:pt x="479" y="6"/>
                    <a:pt x="0" y="59"/>
                  </a:cubicBezTo>
                </a:path>
              </a:pathLst>
            </a:custGeom>
            <a:noFill/>
            <a:ln w="63500" cap="flat">
              <a:solidFill>
                <a:schemeClr val="accent1"/>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黑体" panose="02010609060101010101" pitchFamily="49" charset="-122"/>
                <a:ea typeface="黑体" panose="02010609060101010101" pitchFamily="49" charset="-122"/>
              </a:endParaRPr>
            </a:p>
          </p:txBody>
        </p:sp>
        <p:sp>
          <p:nvSpPr>
            <p:cNvPr id="52" name="Freeform 18"/>
            <p:cNvSpPr/>
            <p:nvPr/>
          </p:nvSpPr>
          <p:spPr bwMode="auto">
            <a:xfrm>
              <a:off x="6097588" y="3068638"/>
              <a:ext cx="6091238" cy="835025"/>
            </a:xfrm>
            <a:custGeom>
              <a:avLst/>
              <a:gdLst>
                <a:gd name="T0" fmla="*/ 0 w 1920"/>
                <a:gd name="T1" fmla="*/ 263 h 263"/>
                <a:gd name="T2" fmla="*/ 764 w 1920"/>
                <a:gd name="T3" fmla="*/ 28 h 263"/>
                <a:gd name="T4" fmla="*/ 1920 w 1920"/>
                <a:gd name="T5" fmla="*/ 59 h 263"/>
              </a:gdLst>
              <a:ahLst/>
              <a:cxnLst>
                <a:cxn ang="0">
                  <a:pos x="T0" y="T1"/>
                </a:cxn>
                <a:cxn ang="0">
                  <a:pos x="T2" y="T3"/>
                </a:cxn>
                <a:cxn ang="0">
                  <a:pos x="T4" y="T5"/>
                </a:cxn>
              </a:cxnLst>
              <a:rect l="0" t="0" r="r" b="b"/>
              <a:pathLst>
                <a:path w="1920" h="263">
                  <a:moveTo>
                    <a:pt x="0" y="263"/>
                  </a:moveTo>
                  <a:cubicBezTo>
                    <a:pt x="249" y="92"/>
                    <a:pt x="462" y="53"/>
                    <a:pt x="764" y="28"/>
                  </a:cubicBezTo>
                  <a:cubicBezTo>
                    <a:pt x="1112" y="0"/>
                    <a:pt x="1441" y="6"/>
                    <a:pt x="1920" y="59"/>
                  </a:cubicBezTo>
                </a:path>
              </a:pathLst>
            </a:custGeom>
            <a:noFill/>
            <a:ln w="63500" cap="flat">
              <a:solidFill>
                <a:schemeClr val="accent1"/>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黑体" panose="02010609060101010101" pitchFamily="49" charset="-122"/>
                <a:ea typeface="黑体" panose="02010609060101010101" pitchFamily="49" charset="-122"/>
              </a:endParaRPr>
            </a:p>
          </p:txBody>
        </p:sp>
        <p:sp>
          <p:nvSpPr>
            <p:cNvPr id="53" name="Freeform 19"/>
            <p:cNvSpPr/>
            <p:nvPr/>
          </p:nvSpPr>
          <p:spPr bwMode="auto">
            <a:xfrm>
              <a:off x="346075" y="2484438"/>
              <a:ext cx="5751513" cy="1419225"/>
            </a:xfrm>
            <a:custGeom>
              <a:avLst/>
              <a:gdLst>
                <a:gd name="T0" fmla="*/ 1813 w 1813"/>
                <a:gd name="T1" fmla="*/ 447 h 447"/>
                <a:gd name="T2" fmla="*/ 1000 w 1813"/>
                <a:gd name="T3" fmla="*/ 42 h 447"/>
                <a:gd name="T4" fmla="*/ 0 w 1813"/>
                <a:gd name="T5" fmla="*/ 82 h 447"/>
              </a:gdLst>
              <a:ahLst/>
              <a:cxnLst>
                <a:cxn ang="0">
                  <a:pos x="T0" y="T1"/>
                </a:cxn>
                <a:cxn ang="0">
                  <a:pos x="T2" y="T3"/>
                </a:cxn>
                <a:cxn ang="0">
                  <a:pos x="T4" y="T5"/>
                </a:cxn>
              </a:cxnLst>
              <a:rect l="0" t="0" r="r" b="b"/>
              <a:pathLst>
                <a:path w="1813" h="447">
                  <a:moveTo>
                    <a:pt x="1813" y="447"/>
                  </a:moveTo>
                  <a:cubicBezTo>
                    <a:pt x="1682" y="209"/>
                    <a:pt x="1314" y="90"/>
                    <a:pt x="1000" y="42"/>
                  </a:cubicBezTo>
                  <a:cubicBezTo>
                    <a:pt x="723" y="0"/>
                    <a:pt x="385" y="9"/>
                    <a:pt x="0" y="82"/>
                  </a:cubicBezTo>
                </a:path>
              </a:pathLst>
            </a:custGeom>
            <a:noFill/>
            <a:ln w="63500" cap="flat">
              <a:solidFill>
                <a:schemeClr val="accent1"/>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黑体" panose="02010609060101010101" pitchFamily="49" charset="-122"/>
                <a:ea typeface="黑体" panose="02010609060101010101" pitchFamily="49" charset="-122"/>
              </a:endParaRPr>
            </a:p>
          </p:txBody>
        </p:sp>
        <p:sp>
          <p:nvSpPr>
            <p:cNvPr id="54" name="Freeform 20"/>
            <p:cNvSpPr/>
            <p:nvPr/>
          </p:nvSpPr>
          <p:spPr bwMode="auto">
            <a:xfrm>
              <a:off x="765175" y="1903413"/>
              <a:ext cx="5332413" cy="2000250"/>
            </a:xfrm>
            <a:custGeom>
              <a:avLst/>
              <a:gdLst>
                <a:gd name="T0" fmla="*/ 1681 w 1681"/>
                <a:gd name="T1" fmla="*/ 630 h 630"/>
                <a:gd name="T2" fmla="*/ 891 w 1681"/>
                <a:gd name="T3" fmla="*/ 85 h 630"/>
                <a:gd name="T4" fmla="*/ 0 w 1681"/>
                <a:gd name="T5" fmla="*/ 22 h 630"/>
              </a:gdLst>
              <a:ahLst/>
              <a:cxnLst>
                <a:cxn ang="0">
                  <a:pos x="T0" y="T1"/>
                </a:cxn>
                <a:cxn ang="0">
                  <a:pos x="T2" y="T3"/>
                </a:cxn>
                <a:cxn ang="0">
                  <a:pos x="T4" y="T5"/>
                </a:cxn>
              </a:cxnLst>
              <a:rect l="0" t="0" r="r" b="b"/>
              <a:pathLst>
                <a:path w="1681" h="630">
                  <a:moveTo>
                    <a:pt x="1681" y="630"/>
                  </a:moveTo>
                  <a:cubicBezTo>
                    <a:pt x="1557" y="313"/>
                    <a:pt x="1212" y="170"/>
                    <a:pt x="891" y="85"/>
                  </a:cubicBezTo>
                  <a:cubicBezTo>
                    <a:pt x="620" y="13"/>
                    <a:pt x="311" y="0"/>
                    <a:pt x="0" y="22"/>
                  </a:cubicBezTo>
                </a:path>
              </a:pathLst>
            </a:custGeom>
            <a:noFill/>
            <a:ln w="63500" cap="flat">
              <a:solidFill>
                <a:schemeClr val="accent1"/>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黑体" panose="02010609060101010101" pitchFamily="49" charset="-122"/>
                <a:ea typeface="黑体" panose="02010609060101010101" pitchFamily="49" charset="-122"/>
              </a:endParaRPr>
            </a:p>
          </p:txBody>
        </p:sp>
        <p:sp>
          <p:nvSpPr>
            <p:cNvPr id="55" name="Freeform 21"/>
            <p:cNvSpPr/>
            <p:nvPr/>
          </p:nvSpPr>
          <p:spPr bwMode="auto">
            <a:xfrm>
              <a:off x="6097588" y="2878138"/>
              <a:ext cx="6091238" cy="1025525"/>
            </a:xfrm>
            <a:custGeom>
              <a:avLst/>
              <a:gdLst>
                <a:gd name="T0" fmla="*/ 0 w 1920"/>
                <a:gd name="T1" fmla="*/ 323 h 323"/>
                <a:gd name="T2" fmla="*/ 710 w 1920"/>
                <a:gd name="T3" fmla="*/ 38 h 323"/>
                <a:gd name="T4" fmla="*/ 1920 w 1920"/>
                <a:gd name="T5" fmla="*/ 86 h 323"/>
              </a:gdLst>
              <a:ahLst/>
              <a:cxnLst>
                <a:cxn ang="0">
                  <a:pos x="T0" y="T1"/>
                </a:cxn>
                <a:cxn ang="0">
                  <a:pos x="T2" y="T3"/>
                </a:cxn>
                <a:cxn ang="0">
                  <a:pos x="T4" y="T5"/>
                </a:cxn>
              </a:cxnLst>
              <a:rect l="0" t="0" r="r" b="b"/>
              <a:pathLst>
                <a:path w="1920" h="323">
                  <a:moveTo>
                    <a:pt x="0" y="323"/>
                  </a:moveTo>
                  <a:cubicBezTo>
                    <a:pt x="178" y="142"/>
                    <a:pt x="410" y="77"/>
                    <a:pt x="710" y="38"/>
                  </a:cubicBezTo>
                  <a:cubicBezTo>
                    <a:pt x="992" y="2"/>
                    <a:pt x="1425" y="0"/>
                    <a:pt x="1920" y="86"/>
                  </a:cubicBezTo>
                </a:path>
              </a:pathLst>
            </a:custGeom>
            <a:noFill/>
            <a:ln w="63500" cap="flat">
              <a:solidFill>
                <a:schemeClr val="accent1"/>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黑体" panose="02010609060101010101" pitchFamily="49" charset="-122"/>
                <a:ea typeface="黑体" panose="02010609060101010101" pitchFamily="49" charset="-122"/>
              </a:endParaRPr>
            </a:p>
          </p:txBody>
        </p:sp>
        <p:sp>
          <p:nvSpPr>
            <p:cNvPr id="56" name="Freeform 22"/>
            <p:cNvSpPr/>
            <p:nvPr/>
          </p:nvSpPr>
          <p:spPr bwMode="auto">
            <a:xfrm>
              <a:off x="6097588" y="2484438"/>
              <a:ext cx="5751513" cy="1419225"/>
            </a:xfrm>
            <a:custGeom>
              <a:avLst/>
              <a:gdLst>
                <a:gd name="T0" fmla="*/ 0 w 1813"/>
                <a:gd name="T1" fmla="*/ 447 h 447"/>
                <a:gd name="T2" fmla="*/ 813 w 1813"/>
                <a:gd name="T3" fmla="*/ 42 h 447"/>
                <a:gd name="T4" fmla="*/ 1813 w 1813"/>
                <a:gd name="T5" fmla="*/ 82 h 447"/>
              </a:gdLst>
              <a:ahLst/>
              <a:cxnLst>
                <a:cxn ang="0">
                  <a:pos x="T0" y="T1"/>
                </a:cxn>
                <a:cxn ang="0">
                  <a:pos x="T2" y="T3"/>
                </a:cxn>
                <a:cxn ang="0">
                  <a:pos x="T4" y="T5"/>
                </a:cxn>
              </a:cxnLst>
              <a:rect l="0" t="0" r="r" b="b"/>
              <a:pathLst>
                <a:path w="1813" h="447">
                  <a:moveTo>
                    <a:pt x="0" y="447"/>
                  </a:moveTo>
                  <a:cubicBezTo>
                    <a:pt x="130" y="209"/>
                    <a:pt x="498" y="90"/>
                    <a:pt x="813" y="42"/>
                  </a:cubicBezTo>
                  <a:cubicBezTo>
                    <a:pt x="1090" y="0"/>
                    <a:pt x="1428" y="9"/>
                    <a:pt x="1813" y="82"/>
                  </a:cubicBezTo>
                </a:path>
              </a:pathLst>
            </a:custGeom>
            <a:noFill/>
            <a:ln w="63500" cap="flat">
              <a:solidFill>
                <a:schemeClr val="accent1"/>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黑体" panose="02010609060101010101" pitchFamily="49" charset="-122"/>
                <a:ea typeface="黑体" panose="02010609060101010101" pitchFamily="49" charset="-122"/>
              </a:endParaRPr>
            </a:p>
          </p:txBody>
        </p:sp>
        <p:sp>
          <p:nvSpPr>
            <p:cNvPr id="57" name="Freeform 23"/>
            <p:cNvSpPr/>
            <p:nvPr/>
          </p:nvSpPr>
          <p:spPr bwMode="auto">
            <a:xfrm>
              <a:off x="6097588" y="1903413"/>
              <a:ext cx="5332413" cy="2000250"/>
            </a:xfrm>
            <a:custGeom>
              <a:avLst/>
              <a:gdLst>
                <a:gd name="T0" fmla="*/ 0 w 1681"/>
                <a:gd name="T1" fmla="*/ 630 h 630"/>
                <a:gd name="T2" fmla="*/ 790 w 1681"/>
                <a:gd name="T3" fmla="*/ 85 h 630"/>
                <a:gd name="T4" fmla="*/ 1681 w 1681"/>
                <a:gd name="T5" fmla="*/ 22 h 630"/>
              </a:gdLst>
              <a:ahLst/>
              <a:cxnLst>
                <a:cxn ang="0">
                  <a:pos x="T0" y="T1"/>
                </a:cxn>
                <a:cxn ang="0">
                  <a:pos x="T2" y="T3"/>
                </a:cxn>
                <a:cxn ang="0">
                  <a:pos x="T4" y="T5"/>
                </a:cxn>
              </a:cxnLst>
              <a:rect l="0" t="0" r="r" b="b"/>
              <a:pathLst>
                <a:path w="1681" h="630">
                  <a:moveTo>
                    <a:pt x="0" y="630"/>
                  </a:moveTo>
                  <a:cubicBezTo>
                    <a:pt x="124" y="313"/>
                    <a:pt x="469" y="170"/>
                    <a:pt x="790" y="85"/>
                  </a:cubicBezTo>
                  <a:cubicBezTo>
                    <a:pt x="1060" y="13"/>
                    <a:pt x="1369" y="0"/>
                    <a:pt x="1681" y="22"/>
                  </a:cubicBezTo>
                </a:path>
              </a:pathLst>
            </a:custGeom>
            <a:noFill/>
            <a:ln w="63500" cap="flat">
              <a:solidFill>
                <a:schemeClr val="accent1"/>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黑体" panose="02010609060101010101" pitchFamily="49" charset="-122"/>
                <a:ea typeface="黑体" panose="02010609060101010101" pitchFamily="49" charset="-122"/>
              </a:endParaRPr>
            </a:p>
          </p:txBody>
        </p:sp>
      </p:grpSp>
      <p:pic>
        <p:nvPicPr>
          <p:cNvPr id="3" name="图片 2"/>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8290290" y="64896"/>
            <a:ext cx="790862" cy="798578"/>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mc:Choice>
    <mc:Fallback>
      <p:transition spd="slow"/>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8" name="直接连接符 157"/>
          <p:cNvCxnSpPr/>
          <p:nvPr/>
        </p:nvCxnSpPr>
        <p:spPr>
          <a:xfrm>
            <a:off x="1005739" y="723317"/>
            <a:ext cx="275417"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64" name="图片 63"/>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8290290" y="64896"/>
            <a:ext cx="790862" cy="798578"/>
          </a:xfrm>
          <a:prstGeom prst="rect">
            <a:avLst/>
          </a:prstGeom>
        </p:spPr>
      </p:pic>
      <p:sp>
        <p:nvSpPr>
          <p:cNvPr id="2" name="文本框 1"/>
          <p:cNvSpPr txBox="1"/>
          <p:nvPr/>
        </p:nvSpPr>
        <p:spPr>
          <a:xfrm>
            <a:off x="157480" y="264795"/>
            <a:ext cx="2660015" cy="398780"/>
          </a:xfrm>
          <a:prstGeom prst="rect">
            <a:avLst/>
          </a:prstGeom>
          <a:noFill/>
        </p:spPr>
        <p:txBody>
          <a:bodyPr wrap="square">
            <a:spAutoFit/>
          </a:bodyPr>
          <a:lstStyle/>
          <a:p>
            <a:r>
              <a:rPr lang="zh-CN" altLang="en-US" sz="2000" b="1" dirty="0">
                <a:solidFill>
                  <a:srgbClr val="27506E"/>
                </a:solidFill>
                <a:latin typeface="宋体" panose="02010600030101010101" pitchFamily="2" charset="-122"/>
                <a:ea typeface="宋体" panose="02010600030101010101" pitchFamily="2" charset="-122"/>
              </a:rPr>
              <a:t>客户信息管理</a:t>
            </a:r>
            <a:r>
              <a:rPr lang="zh-CN" altLang="en-US" sz="2000" b="1" dirty="0">
                <a:solidFill>
                  <a:srgbClr val="27506E"/>
                </a:solidFill>
                <a:latin typeface="宋体" panose="02010600030101010101" pitchFamily="2" charset="-122"/>
                <a:ea typeface="宋体" panose="02010600030101010101" pitchFamily="2" charset="-122"/>
              </a:rPr>
              <a:t>模块</a:t>
            </a:r>
            <a:endParaRPr lang="zh-CN" altLang="en-US" sz="2000" b="1" dirty="0">
              <a:solidFill>
                <a:srgbClr val="27506E"/>
              </a:solidFill>
              <a:latin typeface="宋体" panose="02010600030101010101" pitchFamily="2" charset="-122"/>
              <a:ea typeface="宋体" panose="02010600030101010101" pitchFamily="2" charset="-122"/>
            </a:endParaRPr>
          </a:p>
        </p:txBody>
      </p:sp>
      <p:pic>
        <p:nvPicPr>
          <p:cNvPr id="12" name="图片 11" descr="客户档案-客户"/>
          <p:cNvPicPr>
            <a:picLocks noChangeAspect="1"/>
          </p:cNvPicPr>
          <p:nvPr/>
        </p:nvPicPr>
        <p:blipFill>
          <a:blip r:embed="rId2"/>
          <a:stretch>
            <a:fillRect/>
          </a:stretch>
        </p:blipFill>
        <p:spPr>
          <a:xfrm>
            <a:off x="2083435" y="863600"/>
            <a:ext cx="4977130" cy="3662680"/>
          </a:xfrm>
          <a:prstGeom prst="rect">
            <a:avLst/>
          </a:prstGeom>
        </p:spPr>
      </p:pic>
      <p:sp>
        <p:nvSpPr>
          <p:cNvPr id="14" name="文本框 13"/>
          <p:cNvSpPr txBox="1"/>
          <p:nvPr/>
        </p:nvSpPr>
        <p:spPr>
          <a:xfrm>
            <a:off x="3850640" y="4577715"/>
            <a:ext cx="1443355" cy="299085"/>
          </a:xfrm>
          <a:prstGeom prst="rect">
            <a:avLst/>
          </a:prstGeom>
          <a:noFill/>
        </p:spPr>
        <p:txBody>
          <a:bodyPr wrap="square" rtlCol="0">
            <a:spAutoFit/>
          </a:bodyPr>
          <a:p>
            <a:r>
              <a:rPr lang="zh-CN" altLang="en-US">
                <a:latin typeface="宋体" panose="02010600030101010101" pitchFamily="2" charset="-122"/>
                <a:ea typeface="宋体" panose="02010600030101010101" pitchFamily="2" charset="-122"/>
              </a:rPr>
              <a:t>客户档案示例图</a:t>
            </a:r>
            <a:endParaRPr lang="zh-CN" altLang="en-US">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1500"/>
    </mc:Choice>
    <mc:Fallback>
      <p:transition spd="slow"/>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8" name="直接连接符 157"/>
          <p:cNvCxnSpPr/>
          <p:nvPr/>
        </p:nvCxnSpPr>
        <p:spPr>
          <a:xfrm>
            <a:off x="1005739" y="723317"/>
            <a:ext cx="275417"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64" name="图片 63"/>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8290290" y="64896"/>
            <a:ext cx="790862" cy="798578"/>
          </a:xfrm>
          <a:prstGeom prst="rect">
            <a:avLst/>
          </a:prstGeom>
        </p:spPr>
      </p:pic>
      <p:sp>
        <p:nvSpPr>
          <p:cNvPr id="2" name="文本框 1"/>
          <p:cNvSpPr txBox="1"/>
          <p:nvPr/>
        </p:nvSpPr>
        <p:spPr>
          <a:xfrm>
            <a:off x="157480" y="264795"/>
            <a:ext cx="2660015" cy="398780"/>
          </a:xfrm>
          <a:prstGeom prst="rect">
            <a:avLst/>
          </a:prstGeom>
          <a:noFill/>
        </p:spPr>
        <p:txBody>
          <a:bodyPr wrap="square">
            <a:spAutoFit/>
          </a:bodyPr>
          <a:lstStyle/>
          <a:p>
            <a:r>
              <a:rPr lang="zh-CN" altLang="en-US" sz="2000" b="1" dirty="0">
                <a:solidFill>
                  <a:srgbClr val="27506E"/>
                </a:solidFill>
                <a:latin typeface="宋体" panose="02010600030101010101" pitchFamily="2" charset="-122"/>
                <a:ea typeface="宋体" panose="02010600030101010101" pitchFamily="2" charset="-122"/>
              </a:rPr>
              <a:t>护理</a:t>
            </a:r>
            <a:r>
              <a:rPr lang="zh-CN" altLang="en-US" sz="2000" b="1" dirty="0">
                <a:solidFill>
                  <a:srgbClr val="27506E"/>
                </a:solidFill>
                <a:latin typeface="宋体" panose="02010600030101010101" pitchFamily="2" charset="-122"/>
                <a:ea typeface="宋体" panose="02010600030101010101" pitchFamily="2" charset="-122"/>
              </a:rPr>
              <a:t>计划管理</a:t>
            </a:r>
            <a:r>
              <a:rPr lang="zh-CN" altLang="en-US" sz="2000" b="1" dirty="0">
                <a:solidFill>
                  <a:srgbClr val="27506E"/>
                </a:solidFill>
                <a:latin typeface="宋体" panose="02010600030101010101" pitchFamily="2" charset="-122"/>
                <a:ea typeface="宋体" panose="02010600030101010101" pitchFamily="2" charset="-122"/>
              </a:rPr>
              <a:t>模块</a:t>
            </a:r>
            <a:endParaRPr lang="zh-CN" altLang="en-US" sz="2000" b="1" dirty="0">
              <a:solidFill>
                <a:srgbClr val="27506E"/>
              </a:solidFill>
              <a:latin typeface="宋体" panose="02010600030101010101" pitchFamily="2" charset="-122"/>
              <a:ea typeface="宋体" panose="02010600030101010101" pitchFamily="2" charset="-122"/>
            </a:endParaRPr>
          </a:p>
        </p:txBody>
      </p:sp>
      <p:sp>
        <p:nvSpPr>
          <p:cNvPr id="14" name="文本框 13"/>
          <p:cNvSpPr txBox="1"/>
          <p:nvPr/>
        </p:nvSpPr>
        <p:spPr>
          <a:xfrm>
            <a:off x="3850640" y="4577715"/>
            <a:ext cx="1443355" cy="299085"/>
          </a:xfrm>
          <a:prstGeom prst="rect">
            <a:avLst/>
          </a:prstGeom>
          <a:noFill/>
        </p:spPr>
        <p:txBody>
          <a:bodyPr wrap="square" rtlCol="0">
            <a:spAutoFit/>
          </a:bodyPr>
          <a:p>
            <a:r>
              <a:rPr lang="zh-CN" altLang="en-US">
                <a:latin typeface="宋体" panose="02010600030101010101" pitchFamily="2" charset="-122"/>
                <a:ea typeface="宋体" panose="02010600030101010101" pitchFamily="2" charset="-122"/>
              </a:rPr>
              <a:t>护理</a:t>
            </a:r>
            <a:r>
              <a:rPr lang="zh-CN" altLang="en-US">
                <a:latin typeface="宋体" panose="02010600030101010101" pitchFamily="2" charset="-122"/>
                <a:ea typeface="宋体" panose="02010600030101010101" pitchFamily="2" charset="-122"/>
              </a:rPr>
              <a:t>计划示例图</a:t>
            </a:r>
            <a:endParaRPr lang="zh-CN" altLang="en-US">
              <a:latin typeface="宋体" panose="02010600030101010101" pitchFamily="2" charset="-122"/>
              <a:ea typeface="宋体" panose="02010600030101010101" pitchFamily="2" charset="-122"/>
            </a:endParaRPr>
          </a:p>
        </p:txBody>
      </p:sp>
      <p:pic>
        <p:nvPicPr>
          <p:cNvPr id="3" name="图片 2" descr="护理计划-详情页面"/>
          <p:cNvPicPr>
            <a:picLocks noChangeAspect="1"/>
          </p:cNvPicPr>
          <p:nvPr/>
        </p:nvPicPr>
        <p:blipFill>
          <a:blip r:embed="rId2"/>
          <a:stretch>
            <a:fillRect/>
          </a:stretch>
        </p:blipFill>
        <p:spPr>
          <a:xfrm>
            <a:off x="1734185" y="977265"/>
            <a:ext cx="5674995" cy="343979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mc:Choice>
    <mc:Fallback>
      <p:transition spd="slow"/>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8" name="直接连接符 157"/>
          <p:cNvCxnSpPr/>
          <p:nvPr/>
        </p:nvCxnSpPr>
        <p:spPr>
          <a:xfrm>
            <a:off x="1005739" y="723317"/>
            <a:ext cx="275417"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64" name="图片 63"/>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8290290" y="64896"/>
            <a:ext cx="790862" cy="798578"/>
          </a:xfrm>
          <a:prstGeom prst="rect">
            <a:avLst/>
          </a:prstGeom>
        </p:spPr>
      </p:pic>
      <p:sp>
        <p:nvSpPr>
          <p:cNvPr id="2" name="文本框 1"/>
          <p:cNvSpPr txBox="1"/>
          <p:nvPr/>
        </p:nvSpPr>
        <p:spPr>
          <a:xfrm>
            <a:off x="157480" y="264795"/>
            <a:ext cx="2660015" cy="398780"/>
          </a:xfrm>
          <a:prstGeom prst="rect">
            <a:avLst/>
          </a:prstGeom>
          <a:noFill/>
        </p:spPr>
        <p:txBody>
          <a:bodyPr wrap="square">
            <a:spAutoFit/>
          </a:bodyPr>
          <a:lstStyle/>
          <a:p>
            <a:r>
              <a:rPr lang="zh-CN" altLang="en-US" sz="2000" b="1" dirty="0">
                <a:solidFill>
                  <a:srgbClr val="27506E"/>
                </a:solidFill>
                <a:latin typeface="宋体" panose="02010600030101010101" pitchFamily="2" charset="-122"/>
                <a:ea typeface="宋体" panose="02010600030101010101" pitchFamily="2" charset="-122"/>
              </a:rPr>
              <a:t>健康</a:t>
            </a:r>
            <a:r>
              <a:rPr lang="zh-CN" altLang="en-US" sz="2000" b="1" dirty="0">
                <a:solidFill>
                  <a:srgbClr val="27506E"/>
                </a:solidFill>
                <a:latin typeface="宋体" panose="02010600030101010101" pitchFamily="2" charset="-122"/>
                <a:ea typeface="宋体" panose="02010600030101010101" pitchFamily="2" charset="-122"/>
              </a:rPr>
              <a:t>档案管理</a:t>
            </a:r>
            <a:r>
              <a:rPr lang="zh-CN" altLang="en-US" sz="2000" b="1" dirty="0">
                <a:solidFill>
                  <a:srgbClr val="27506E"/>
                </a:solidFill>
                <a:latin typeface="宋体" panose="02010600030101010101" pitchFamily="2" charset="-122"/>
                <a:ea typeface="宋体" panose="02010600030101010101" pitchFamily="2" charset="-122"/>
              </a:rPr>
              <a:t>模块</a:t>
            </a:r>
            <a:endParaRPr lang="zh-CN" altLang="en-US" sz="2000" b="1" dirty="0">
              <a:solidFill>
                <a:srgbClr val="27506E"/>
              </a:solidFill>
              <a:latin typeface="宋体" panose="02010600030101010101" pitchFamily="2" charset="-122"/>
              <a:ea typeface="宋体" panose="02010600030101010101" pitchFamily="2" charset="-122"/>
            </a:endParaRPr>
          </a:p>
        </p:txBody>
      </p:sp>
      <p:sp>
        <p:nvSpPr>
          <p:cNvPr id="14" name="文本框 13"/>
          <p:cNvSpPr txBox="1"/>
          <p:nvPr/>
        </p:nvSpPr>
        <p:spPr>
          <a:xfrm>
            <a:off x="1179195" y="4423410"/>
            <a:ext cx="2183130" cy="299085"/>
          </a:xfrm>
          <a:prstGeom prst="rect">
            <a:avLst/>
          </a:prstGeom>
          <a:noFill/>
        </p:spPr>
        <p:txBody>
          <a:bodyPr wrap="square" rtlCol="0">
            <a:spAutoFit/>
          </a:bodyPr>
          <a:p>
            <a:r>
              <a:rPr lang="zh-CN" altLang="en-US">
                <a:latin typeface="宋体" panose="02010600030101010101" pitchFamily="2" charset="-122"/>
                <a:ea typeface="宋体" panose="02010600030101010101" pitchFamily="2" charset="-122"/>
              </a:rPr>
              <a:t>健康档案示例图</a:t>
            </a:r>
            <a:r>
              <a:rPr lang="en-US" altLang="zh-CN">
                <a:latin typeface="宋体" panose="02010600030101010101" pitchFamily="2" charset="-122"/>
                <a:ea typeface="宋体" panose="02010600030101010101" pitchFamily="2" charset="-122"/>
              </a:rPr>
              <a:t> — </a:t>
            </a:r>
            <a:r>
              <a:rPr lang="zh-CN" altLang="en-US">
                <a:latin typeface="宋体" panose="02010600030101010101" pitchFamily="2" charset="-122"/>
                <a:ea typeface="宋体" panose="02010600030101010101" pitchFamily="2" charset="-122"/>
              </a:rPr>
              <a:t>其一</a:t>
            </a:r>
            <a:endParaRPr lang="zh-CN" altLang="en-US">
              <a:latin typeface="宋体" panose="02010600030101010101" pitchFamily="2" charset="-122"/>
              <a:ea typeface="宋体" panose="02010600030101010101" pitchFamily="2" charset="-122"/>
            </a:endParaRPr>
          </a:p>
        </p:txBody>
      </p:sp>
      <p:pic>
        <p:nvPicPr>
          <p:cNvPr id="4" name="图片 3" descr="健康档案-详情其一"/>
          <p:cNvPicPr>
            <a:picLocks noChangeAspect="1"/>
          </p:cNvPicPr>
          <p:nvPr/>
        </p:nvPicPr>
        <p:blipFill>
          <a:blip r:embed="rId2"/>
          <a:stretch>
            <a:fillRect/>
          </a:stretch>
        </p:blipFill>
        <p:spPr>
          <a:xfrm>
            <a:off x="157480" y="977900"/>
            <a:ext cx="4551045" cy="3345180"/>
          </a:xfrm>
          <a:prstGeom prst="rect">
            <a:avLst/>
          </a:prstGeom>
        </p:spPr>
      </p:pic>
      <p:pic>
        <p:nvPicPr>
          <p:cNvPr id="5" name="图片 4" descr="健康档案-详情其二"/>
          <p:cNvPicPr>
            <a:picLocks noChangeAspect="1"/>
          </p:cNvPicPr>
          <p:nvPr/>
        </p:nvPicPr>
        <p:blipFill>
          <a:blip r:embed="rId3"/>
          <a:stretch>
            <a:fillRect/>
          </a:stretch>
        </p:blipFill>
        <p:spPr>
          <a:xfrm>
            <a:off x="4878705" y="1106805"/>
            <a:ext cx="4265295" cy="3227705"/>
          </a:xfrm>
          <a:prstGeom prst="rect">
            <a:avLst/>
          </a:prstGeom>
        </p:spPr>
      </p:pic>
      <p:sp>
        <p:nvSpPr>
          <p:cNvPr id="6" name="文本框 5"/>
          <p:cNvSpPr txBox="1"/>
          <p:nvPr/>
        </p:nvSpPr>
        <p:spPr>
          <a:xfrm>
            <a:off x="6082030" y="4423410"/>
            <a:ext cx="2106295" cy="299085"/>
          </a:xfrm>
          <a:prstGeom prst="rect">
            <a:avLst/>
          </a:prstGeom>
          <a:noFill/>
        </p:spPr>
        <p:txBody>
          <a:bodyPr wrap="square" rtlCol="0">
            <a:spAutoFit/>
          </a:bodyPr>
          <a:p>
            <a:r>
              <a:rPr lang="zh-CN" altLang="en-US">
                <a:latin typeface="宋体" panose="02010600030101010101" pitchFamily="2" charset="-122"/>
                <a:ea typeface="宋体" panose="02010600030101010101" pitchFamily="2" charset="-122"/>
              </a:rPr>
              <a:t>健康档案示例图</a:t>
            </a:r>
            <a:r>
              <a:rPr lang="en-US" altLang="zh-CN">
                <a:latin typeface="宋体" panose="02010600030101010101" pitchFamily="2" charset="-122"/>
                <a:ea typeface="宋体" panose="02010600030101010101" pitchFamily="2" charset="-122"/>
              </a:rPr>
              <a:t> — </a:t>
            </a:r>
            <a:r>
              <a:rPr lang="zh-CN" altLang="en-US">
                <a:latin typeface="宋体" panose="02010600030101010101" pitchFamily="2" charset="-122"/>
                <a:ea typeface="宋体" panose="02010600030101010101" pitchFamily="2" charset="-122"/>
              </a:rPr>
              <a:t>其</a:t>
            </a:r>
            <a:r>
              <a:rPr lang="zh-CN" altLang="en-US">
                <a:latin typeface="宋体" panose="02010600030101010101" pitchFamily="2" charset="-122"/>
                <a:ea typeface="宋体" panose="02010600030101010101" pitchFamily="2" charset="-122"/>
              </a:rPr>
              <a:t>二</a:t>
            </a:r>
            <a:endParaRPr lang="zh-CN" altLang="en-US">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1500"/>
    </mc:Choice>
    <mc:Fallback>
      <p:transition spd="slow"/>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8" name="直接连接符 157"/>
          <p:cNvCxnSpPr/>
          <p:nvPr/>
        </p:nvCxnSpPr>
        <p:spPr>
          <a:xfrm>
            <a:off x="1005739" y="723317"/>
            <a:ext cx="275417"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64" name="图片 63"/>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8290290" y="64896"/>
            <a:ext cx="790862" cy="798578"/>
          </a:xfrm>
          <a:prstGeom prst="rect">
            <a:avLst/>
          </a:prstGeom>
        </p:spPr>
      </p:pic>
      <p:sp>
        <p:nvSpPr>
          <p:cNvPr id="2" name="文本框 1"/>
          <p:cNvSpPr txBox="1"/>
          <p:nvPr/>
        </p:nvSpPr>
        <p:spPr>
          <a:xfrm>
            <a:off x="157480" y="264795"/>
            <a:ext cx="5669280" cy="398780"/>
          </a:xfrm>
          <a:prstGeom prst="rect">
            <a:avLst/>
          </a:prstGeom>
          <a:noFill/>
        </p:spPr>
        <p:txBody>
          <a:bodyPr wrap="square">
            <a:spAutoFit/>
          </a:bodyPr>
          <a:lstStyle/>
          <a:p>
            <a:r>
              <a:rPr lang="zh-CN" altLang="en-US" sz="2000" b="1" dirty="0">
                <a:solidFill>
                  <a:srgbClr val="27506E"/>
                </a:solidFill>
                <a:latin typeface="宋体" panose="02010600030101010101" pitchFamily="2" charset="-122"/>
                <a:ea typeface="宋体" panose="02010600030101010101" pitchFamily="2" charset="-122"/>
              </a:rPr>
              <a:t>膳食计划管理模块</a:t>
            </a:r>
            <a:r>
              <a:rPr lang="en-US" altLang="zh-CN" sz="2000" b="1" dirty="0">
                <a:solidFill>
                  <a:srgbClr val="27506E"/>
                </a:solidFill>
                <a:latin typeface="宋体" panose="02010600030101010101" pitchFamily="2" charset="-122"/>
                <a:ea typeface="宋体" panose="02010600030101010101" pitchFamily="2" charset="-122"/>
              </a:rPr>
              <a:t>——</a:t>
            </a:r>
            <a:r>
              <a:rPr lang="zh-CN" altLang="en-US" sz="2000" b="1" dirty="0">
                <a:solidFill>
                  <a:srgbClr val="27506E"/>
                </a:solidFill>
                <a:latin typeface="宋体" panose="02010600030101010101" pitchFamily="2" charset="-122"/>
                <a:ea typeface="宋体" panose="02010600030101010101" pitchFamily="2" charset="-122"/>
              </a:rPr>
              <a:t>膳食</a:t>
            </a:r>
            <a:r>
              <a:rPr lang="zh-CN" altLang="en-US" sz="2000" b="1" dirty="0">
                <a:solidFill>
                  <a:srgbClr val="27506E"/>
                </a:solidFill>
                <a:latin typeface="宋体" panose="02010600030101010101" pitchFamily="2" charset="-122"/>
                <a:ea typeface="宋体" panose="02010600030101010101" pitchFamily="2" charset="-122"/>
              </a:rPr>
              <a:t>计划</a:t>
            </a:r>
            <a:endParaRPr lang="zh-CN" altLang="en-US" sz="2000" b="1" dirty="0">
              <a:solidFill>
                <a:srgbClr val="27506E"/>
              </a:solidFill>
              <a:latin typeface="宋体" panose="02010600030101010101" pitchFamily="2" charset="-122"/>
              <a:ea typeface="宋体" panose="02010600030101010101" pitchFamily="2" charset="-122"/>
            </a:endParaRPr>
          </a:p>
        </p:txBody>
      </p:sp>
      <p:pic>
        <p:nvPicPr>
          <p:cNvPr id="3" name="图片 2" descr="膳食计划-详情其一"/>
          <p:cNvPicPr>
            <a:picLocks noChangeAspect="1"/>
          </p:cNvPicPr>
          <p:nvPr/>
        </p:nvPicPr>
        <p:blipFill>
          <a:blip r:embed="rId2"/>
          <a:stretch>
            <a:fillRect/>
          </a:stretch>
        </p:blipFill>
        <p:spPr>
          <a:xfrm>
            <a:off x="224155" y="744855"/>
            <a:ext cx="4225290" cy="2143125"/>
          </a:xfrm>
          <a:prstGeom prst="rect">
            <a:avLst/>
          </a:prstGeom>
        </p:spPr>
      </p:pic>
      <p:pic>
        <p:nvPicPr>
          <p:cNvPr id="7" name="图片 6" descr="膳食计划-详情其二"/>
          <p:cNvPicPr>
            <a:picLocks noChangeAspect="1"/>
          </p:cNvPicPr>
          <p:nvPr/>
        </p:nvPicPr>
        <p:blipFill>
          <a:blip r:embed="rId3"/>
          <a:stretch>
            <a:fillRect/>
          </a:stretch>
        </p:blipFill>
        <p:spPr>
          <a:xfrm>
            <a:off x="4892675" y="744855"/>
            <a:ext cx="4067175" cy="2143125"/>
          </a:xfrm>
          <a:prstGeom prst="rect">
            <a:avLst/>
          </a:prstGeom>
        </p:spPr>
      </p:pic>
      <p:pic>
        <p:nvPicPr>
          <p:cNvPr id="8" name="图片 7" descr="膳食计划-详情其三"/>
          <p:cNvPicPr>
            <a:picLocks noChangeAspect="1"/>
          </p:cNvPicPr>
          <p:nvPr/>
        </p:nvPicPr>
        <p:blipFill>
          <a:blip r:embed="rId4"/>
          <a:stretch>
            <a:fillRect/>
          </a:stretch>
        </p:blipFill>
        <p:spPr>
          <a:xfrm>
            <a:off x="2459990" y="2969260"/>
            <a:ext cx="4224655" cy="210756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mc:Choice>
    <mc:Fallback>
      <p:transition spd="slow"/>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8" name="直接连接符 157"/>
          <p:cNvCxnSpPr/>
          <p:nvPr/>
        </p:nvCxnSpPr>
        <p:spPr>
          <a:xfrm>
            <a:off x="1005739" y="723317"/>
            <a:ext cx="275417"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64" name="图片 63"/>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8290290" y="64896"/>
            <a:ext cx="790862" cy="798578"/>
          </a:xfrm>
          <a:prstGeom prst="rect">
            <a:avLst/>
          </a:prstGeom>
        </p:spPr>
      </p:pic>
      <p:sp>
        <p:nvSpPr>
          <p:cNvPr id="2" name="文本框 1"/>
          <p:cNvSpPr txBox="1"/>
          <p:nvPr/>
        </p:nvSpPr>
        <p:spPr>
          <a:xfrm>
            <a:off x="157480" y="264795"/>
            <a:ext cx="5669280" cy="398780"/>
          </a:xfrm>
          <a:prstGeom prst="rect">
            <a:avLst/>
          </a:prstGeom>
          <a:noFill/>
        </p:spPr>
        <p:txBody>
          <a:bodyPr wrap="square">
            <a:spAutoFit/>
          </a:bodyPr>
          <a:lstStyle/>
          <a:p>
            <a:r>
              <a:rPr lang="zh-CN" altLang="en-US" sz="2000" b="1" dirty="0">
                <a:solidFill>
                  <a:srgbClr val="27506E"/>
                </a:solidFill>
                <a:latin typeface="宋体" panose="02010600030101010101" pitchFamily="2" charset="-122"/>
                <a:ea typeface="宋体" panose="02010600030101010101" pitchFamily="2" charset="-122"/>
              </a:rPr>
              <a:t>膳食计划管理模块</a:t>
            </a:r>
            <a:r>
              <a:rPr lang="en-US" altLang="zh-CN" sz="2000" b="1" dirty="0">
                <a:solidFill>
                  <a:srgbClr val="27506E"/>
                </a:solidFill>
                <a:latin typeface="宋体" panose="02010600030101010101" pitchFamily="2" charset="-122"/>
                <a:ea typeface="宋体" panose="02010600030101010101" pitchFamily="2" charset="-122"/>
              </a:rPr>
              <a:t>——</a:t>
            </a:r>
            <a:r>
              <a:rPr lang="zh-CN" altLang="en-US" sz="2000" b="1" dirty="0">
                <a:solidFill>
                  <a:srgbClr val="27506E"/>
                </a:solidFill>
                <a:latin typeface="宋体" panose="02010600030101010101" pitchFamily="2" charset="-122"/>
                <a:ea typeface="宋体" panose="02010600030101010101" pitchFamily="2" charset="-122"/>
              </a:rPr>
              <a:t>食材</a:t>
            </a:r>
            <a:r>
              <a:rPr lang="zh-CN" altLang="en-US" sz="2000" b="1" dirty="0">
                <a:solidFill>
                  <a:srgbClr val="27506E"/>
                </a:solidFill>
                <a:latin typeface="宋体" panose="02010600030101010101" pitchFamily="2" charset="-122"/>
                <a:ea typeface="宋体" panose="02010600030101010101" pitchFamily="2" charset="-122"/>
              </a:rPr>
              <a:t>库</a:t>
            </a:r>
            <a:endParaRPr lang="zh-CN" altLang="en-US" sz="2000" b="1" dirty="0">
              <a:solidFill>
                <a:srgbClr val="27506E"/>
              </a:solidFill>
              <a:latin typeface="宋体" panose="02010600030101010101" pitchFamily="2" charset="-122"/>
              <a:ea typeface="宋体" panose="02010600030101010101" pitchFamily="2" charset="-122"/>
            </a:endParaRPr>
          </a:p>
        </p:txBody>
      </p:sp>
      <p:pic>
        <p:nvPicPr>
          <p:cNvPr id="4" name="图片 3" descr="食材库"/>
          <p:cNvPicPr>
            <a:picLocks noChangeAspect="1"/>
          </p:cNvPicPr>
          <p:nvPr/>
        </p:nvPicPr>
        <p:blipFill>
          <a:blip r:embed="rId2"/>
          <a:stretch>
            <a:fillRect/>
          </a:stretch>
        </p:blipFill>
        <p:spPr>
          <a:xfrm>
            <a:off x="75565" y="1554480"/>
            <a:ext cx="4497070" cy="2510155"/>
          </a:xfrm>
          <a:prstGeom prst="rect">
            <a:avLst/>
          </a:prstGeom>
        </p:spPr>
      </p:pic>
      <p:pic>
        <p:nvPicPr>
          <p:cNvPr id="5" name="图片 4" descr="食材-详情"/>
          <p:cNvPicPr>
            <a:picLocks noChangeAspect="1"/>
          </p:cNvPicPr>
          <p:nvPr/>
        </p:nvPicPr>
        <p:blipFill>
          <a:blip r:embed="rId3"/>
          <a:stretch>
            <a:fillRect/>
          </a:stretch>
        </p:blipFill>
        <p:spPr>
          <a:xfrm>
            <a:off x="4860290" y="1618615"/>
            <a:ext cx="4111625" cy="2446020"/>
          </a:xfrm>
          <a:prstGeom prst="rect">
            <a:avLst/>
          </a:prstGeom>
        </p:spPr>
      </p:pic>
      <p:sp>
        <p:nvSpPr>
          <p:cNvPr id="6" name="文本框 5"/>
          <p:cNvSpPr txBox="1"/>
          <p:nvPr/>
        </p:nvSpPr>
        <p:spPr>
          <a:xfrm>
            <a:off x="1830070" y="4137660"/>
            <a:ext cx="987425" cy="299085"/>
          </a:xfrm>
          <a:prstGeom prst="rect">
            <a:avLst/>
          </a:prstGeom>
          <a:noFill/>
        </p:spPr>
        <p:txBody>
          <a:bodyPr wrap="square" rtlCol="0">
            <a:spAutoFit/>
          </a:bodyPr>
          <a:p>
            <a:r>
              <a:rPr lang="zh-CN" altLang="en-US">
                <a:latin typeface="宋体" panose="02010600030101010101" pitchFamily="2" charset="-122"/>
                <a:ea typeface="宋体" panose="02010600030101010101" pitchFamily="2" charset="-122"/>
              </a:rPr>
              <a:t>食材列表</a:t>
            </a:r>
            <a:endParaRPr lang="zh-CN" altLang="en-US">
              <a:latin typeface="宋体" panose="02010600030101010101" pitchFamily="2" charset="-122"/>
              <a:ea typeface="宋体" panose="02010600030101010101" pitchFamily="2" charset="-122"/>
            </a:endParaRPr>
          </a:p>
        </p:txBody>
      </p:sp>
      <p:sp>
        <p:nvSpPr>
          <p:cNvPr id="9" name="文本框 8"/>
          <p:cNvSpPr txBox="1"/>
          <p:nvPr/>
        </p:nvSpPr>
        <p:spPr>
          <a:xfrm>
            <a:off x="6471285" y="4137660"/>
            <a:ext cx="987425" cy="299085"/>
          </a:xfrm>
          <a:prstGeom prst="rect">
            <a:avLst/>
          </a:prstGeom>
          <a:noFill/>
        </p:spPr>
        <p:txBody>
          <a:bodyPr wrap="square" rtlCol="0">
            <a:spAutoFit/>
          </a:bodyPr>
          <a:p>
            <a:r>
              <a:rPr lang="zh-CN" altLang="en-US">
                <a:latin typeface="宋体" panose="02010600030101010101" pitchFamily="2" charset="-122"/>
                <a:ea typeface="宋体" panose="02010600030101010101" pitchFamily="2" charset="-122"/>
              </a:rPr>
              <a:t>食材详情</a:t>
            </a:r>
            <a:endParaRPr lang="zh-CN" altLang="en-US">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1500"/>
    </mc:Choice>
    <mc:Fallback>
      <p:transition spd="slow"/>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8" name="直接连接符 157"/>
          <p:cNvCxnSpPr/>
          <p:nvPr/>
        </p:nvCxnSpPr>
        <p:spPr>
          <a:xfrm>
            <a:off x="1005739" y="723317"/>
            <a:ext cx="275417"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64" name="图片 63"/>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8290290" y="64896"/>
            <a:ext cx="790862" cy="798578"/>
          </a:xfrm>
          <a:prstGeom prst="rect">
            <a:avLst/>
          </a:prstGeom>
        </p:spPr>
      </p:pic>
      <p:sp>
        <p:nvSpPr>
          <p:cNvPr id="2" name="文本框 1"/>
          <p:cNvSpPr txBox="1"/>
          <p:nvPr/>
        </p:nvSpPr>
        <p:spPr>
          <a:xfrm>
            <a:off x="157480" y="264795"/>
            <a:ext cx="5669280" cy="398780"/>
          </a:xfrm>
          <a:prstGeom prst="rect">
            <a:avLst/>
          </a:prstGeom>
          <a:noFill/>
        </p:spPr>
        <p:txBody>
          <a:bodyPr wrap="square">
            <a:spAutoFit/>
          </a:bodyPr>
          <a:lstStyle/>
          <a:p>
            <a:r>
              <a:rPr lang="zh-CN" altLang="en-US" sz="2000" b="1" dirty="0">
                <a:solidFill>
                  <a:srgbClr val="27506E"/>
                </a:solidFill>
                <a:latin typeface="宋体" panose="02010600030101010101" pitchFamily="2" charset="-122"/>
                <a:ea typeface="宋体" panose="02010600030101010101" pitchFamily="2" charset="-122"/>
              </a:rPr>
              <a:t>膳食计划管理模块</a:t>
            </a:r>
            <a:r>
              <a:rPr lang="en-US" altLang="zh-CN" sz="2000" b="1" dirty="0">
                <a:solidFill>
                  <a:srgbClr val="27506E"/>
                </a:solidFill>
                <a:latin typeface="宋体" panose="02010600030101010101" pitchFamily="2" charset="-122"/>
                <a:ea typeface="宋体" panose="02010600030101010101" pitchFamily="2" charset="-122"/>
              </a:rPr>
              <a:t>——</a:t>
            </a:r>
            <a:r>
              <a:rPr lang="zh-CN" altLang="en-US" sz="2000" b="1" dirty="0">
                <a:solidFill>
                  <a:srgbClr val="27506E"/>
                </a:solidFill>
                <a:latin typeface="宋体" panose="02010600030101010101" pitchFamily="2" charset="-122"/>
                <a:ea typeface="宋体" panose="02010600030101010101" pitchFamily="2" charset="-122"/>
              </a:rPr>
              <a:t>食谱库</a:t>
            </a:r>
            <a:endParaRPr lang="zh-CN" altLang="en-US" sz="2000" b="1" dirty="0">
              <a:solidFill>
                <a:srgbClr val="27506E"/>
              </a:solidFill>
              <a:latin typeface="宋体" panose="02010600030101010101" pitchFamily="2" charset="-122"/>
              <a:ea typeface="宋体" panose="02010600030101010101" pitchFamily="2" charset="-122"/>
            </a:endParaRPr>
          </a:p>
        </p:txBody>
      </p:sp>
      <p:pic>
        <p:nvPicPr>
          <p:cNvPr id="4" name="图片 3" descr="食谱库"/>
          <p:cNvPicPr>
            <a:picLocks noChangeAspect="1"/>
          </p:cNvPicPr>
          <p:nvPr/>
        </p:nvPicPr>
        <p:blipFill>
          <a:blip r:embed="rId2"/>
          <a:stretch>
            <a:fillRect/>
          </a:stretch>
        </p:blipFill>
        <p:spPr>
          <a:xfrm>
            <a:off x="78740" y="1175385"/>
            <a:ext cx="4979035" cy="3343275"/>
          </a:xfrm>
          <a:prstGeom prst="rect">
            <a:avLst/>
          </a:prstGeom>
        </p:spPr>
      </p:pic>
      <p:pic>
        <p:nvPicPr>
          <p:cNvPr id="5" name="图片 4" descr="食谱-详情"/>
          <p:cNvPicPr>
            <a:picLocks noChangeAspect="1"/>
          </p:cNvPicPr>
          <p:nvPr/>
        </p:nvPicPr>
        <p:blipFill>
          <a:blip r:embed="rId3"/>
          <a:stretch>
            <a:fillRect/>
          </a:stretch>
        </p:blipFill>
        <p:spPr>
          <a:xfrm>
            <a:off x="5140325" y="940435"/>
            <a:ext cx="3940810" cy="3578225"/>
          </a:xfrm>
          <a:prstGeom prst="rect">
            <a:avLst/>
          </a:prstGeom>
        </p:spPr>
      </p:pic>
      <p:sp>
        <p:nvSpPr>
          <p:cNvPr id="6" name="文本框 5"/>
          <p:cNvSpPr txBox="1"/>
          <p:nvPr/>
        </p:nvSpPr>
        <p:spPr>
          <a:xfrm>
            <a:off x="2115185" y="4658995"/>
            <a:ext cx="906145" cy="299085"/>
          </a:xfrm>
          <a:prstGeom prst="rect">
            <a:avLst/>
          </a:prstGeom>
          <a:noFill/>
        </p:spPr>
        <p:txBody>
          <a:bodyPr wrap="square" rtlCol="0">
            <a:spAutoFit/>
          </a:bodyPr>
          <a:p>
            <a:r>
              <a:rPr lang="zh-CN" altLang="en-US">
                <a:latin typeface="宋体" panose="02010600030101010101" pitchFamily="2" charset="-122"/>
                <a:ea typeface="宋体" panose="02010600030101010101" pitchFamily="2" charset="-122"/>
              </a:rPr>
              <a:t>食谱列表</a:t>
            </a:r>
            <a:endParaRPr lang="zh-CN" altLang="en-US">
              <a:latin typeface="宋体" panose="02010600030101010101" pitchFamily="2" charset="-122"/>
              <a:ea typeface="宋体" panose="02010600030101010101" pitchFamily="2" charset="-122"/>
            </a:endParaRPr>
          </a:p>
        </p:txBody>
      </p:sp>
      <p:sp>
        <p:nvSpPr>
          <p:cNvPr id="9" name="文本框 8"/>
          <p:cNvSpPr txBox="1"/>
          <p:nvPr/>
        </p:nvSpPr>
        <p:spPr>
          <a:xfrm>
            <a:off x="6650990" y="4595495"/>
            <a:ext cx="920115" cy="299085"/>
          </a:xfrm>
          <a:prstGeom prst="rect">
            <a:avLst/>
          </a:prstGeom>
          <a:noFill/>
        </p:spPr>
        <p:txBody>
          <a:bodyPr wrap="square" rtlCol="0">
            <a:spAutoFit/>
          </a:bodyPr>
          <a:p>
            <a:r>
              <a:rPr lang="zh-CN" altLang="en-US">
                <a:latin typeface="宋体" panose="02010600030101010101" pitchFamily="2" charset="-122"/>
                <a:ea typeface="宋体" panose="02010600030101010101" pitchFamily="2" charset="-122"/>
              </a:rPr>
              <a:t>食谱</a:t>
            </a:r>
            <a:r>
              <a:rPr lang="zh-CN" altLang="en-US">
                <a:latin typeface="宋体" panose="02010600030101010101" pitchFamily="2" charset="-122"/>
                <a:ea typeface="宋体" panose="02010600030101010101" pitchFamily="2" charset="-122"/>
              </a:rPr>
              <a:t>详情</a:t>
            </a:r>
            <a:endParaRPr lang="zh-CN" altLang="en-US">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1500"/>
    </mc:Choice>
    <mc:Fallback>
      <p:transition spd="slow"/>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8" name="直接连接符 157"/>
          <p:cNvCxnSpPr/>
          <p:nvPr/>
        </p:nvCxnSpPr>
        <p:spPr>
          <a:xfrm>
            <a:off x="1005739" y="723317"/>
            <a:ext cx="275417"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64" name="图片 63"/>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8290290" y="64896"/>
            <a:ext cx="790862" cy="798578"/>
          </a:xfrm>
          <a:prstGeom prst="rect">
            <a:avLst/>
          </a:prstGeom>
        </p:spPr>
      </p:pic>
      <p:sp>
        <p:nvSpPr>
          <p:cNvPr id="2" name="文本框 1"/>
          <p:cNvSpPr txBox="1"/>
          <p:nvPr/>
        </p:nvSpPr>
        <p:spPr>
          <a:xfrm>
            <a:off x="157480" y="264795"/>
            <a:ext cx="3629660" cy="398780"/>
          </a:xfrm>
          <a:prstGeom prst="rect">
            <a:avLst/>
          </a:prstGeom>
          <a:noFill/>
        </p:spPr>
        <p:txBody>
          <a:bodyPr wrap="square">
            <a:spAutoFit/>
          </a:bodyPr>
          <a:lstStyle/>
          <a:p>
            <a:r>
              <a:rPr lang="zh-CN" altLang="en-US" sz="2000" b="1" dirty="0">
                <a:solidFill>
                  <a:srgbClr val="27506E"/>
                </a:solidFill>
                <a:latin typeface="宋体" panose="02010600030101010101" pitchFamily="2" charset="-122"/>
                <a:ea typeface="宋体" panose="02010600030101010101" pitchFamily="2" charset="-122"/>
              </a:rPr>
              <a:t>排班管理模块</a:t>
            </a:r>
            <a:r>
              <a:rPr lang="en-US" altLang="zh-CN" sz="2000" b="1" dirty="0">
                <a:solidFill>
                  <a:srgbClr val="27506E"/>
                </a:solidFill>
                <a:latin typeface="宋体" panose="02010600030101010101" pitchFamily="2" charset="-122"/>
                <a:ea typeface="宋体" panose="02010600030101010101" pitchFamily="2" charset="-122"/>
              </a:rPr>
              <a:t>——</a:t>
            </a:r>
            <a:r>
              <a:rPr lang="zh-CN" altLang="en-US" sz="2000" b="1" dirty="0">
                <a:solidFill>
                  <a:srgbClr val="27506E"/>
                </a:solidFill>
                <a:latin typeface="宋体" panose="02010600030101010101" pitchFamily="2" charset="-122"/>
                <a:ea typeface="宋体" panose="02010600030101010101" pitchFamily="2" charset="-122"/>
              </a:rPr>
              <a:t>排班</a:t>
            </a:r>
            <a:r>
              <a:rPr lang="zh-CN" altLang="en-US" sz="2000" b="1" dirty="0">
                <a:solidFill>
                  <a:srgbClr val="27506E"/>
                </a:solidFill>
                <a:latin typeface="宋体" panose="02010600030101010101" pitchFamily="2" charset="-122"/>
                <a:ea typeface="宋体" panose="02010600030101010101" pitchFamily="2" charset="-122"/>
              </a:rPr>
              <a:t>记录</a:t>
            </a:r>
            <a:endParaRPr lang="zh-CN" altLang="en-US" sz="2000" b="1" dirty="0">
              <a:solidFill>
                <a:srgbClr val="27506E"/>
              </a:solidFill>
              <a:latin typeface="宋体" panose="02010600030101010101" pitchFamily="2" charset="-122"/>
              <a:ea typeface="宋体" panose="02010600030101010101" pitchFamily="2" charset="-122"/>
            </a:endParaRPr>
          </a:p>
        </p:txBody>
      </p:sp>
      <p:pic>
        <p:nvPicPr>
          <p:cNvPr id="4" name="图片 3" descr="排班（管理员）"/>
          <p:cNvPicPr>
            <a:picLocks noChangeAspect="1"/>
          </p:cNvPicPr>
          <p:nvPr/>
        </p:nvPicPr>
        <p:blipFill>
          <a:blip r:embed="rId2"/>
          <a:stretch>
            <a:fillRect/>
          </a:stretch>
        </p:blipFill>
        <p:spPr>
          <a:xfrm>
            <a:off x="902335" y="1049655"/>
            <a:ext cx="7552055" cy="2928620"/>
          </a:xfrm>
          <a:prstGeom prst="rect">
            <a:avLst/>
          </a:prstGeom>
        </p:spPr>
      </p:pic>
      <p:sp>
        <p:nvSpPr>
          <p:cNvPr id="5" name="文本框 4"/>
          <p:cNvSpPr txBox="1"/>
          <p:nvPr/>
        </p:nvSpPr>
        <p:spPr>
          <a:xfrm>
            <a:off x="4221480" y="4029710"/>
            <a:ext cx="913765" cy="299085"/>
          </a:xfrm>
          <a:prstGeom prst="rect">
            <a:avLst/>
          </a:prstGeom>
          <a:noFill/>
        </p:spPr>
        <p:txBody>
          <a:bodyPr wrap="square" rtlCol="0">
            <a:spAutoFit/>
          </a:bodyPr>
          <a:p>
            <a:r>
              <a:rPr lang="zh-CN" altLang="en-US">
                <a:latin typeface="宋体" panose="02010600030101010101" pitchFamily="2" charset="-122"/>
                <a:ea typeface="宋体" panose="02010600030101010101" pitchFamily="2" charset="-122"/>
              </a:rPr>
              <a:t>排班</a:t>
            </a:r>
            <a:r>
              <a:rPr lang="zh-CN" altLang="en-US">
                <a:latin typeface="宋体" panose="02010600030101010101" pitchFamily="2" charset="-122"/>
                <a:ea typeface="宋体" panose="02010600030101010101" pitchFamily="2" charset="-122"/>
              </a:rPr>
              <a:t>列表</a:t>
            </a:r>
            <a:endParaRPr lang="zh-CN" altLang="en-US">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1500"/>
    </mc:Choice>
    <mc:Fallback>
      <p:transition spd="slow"/>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8" name="直接连接符 157"/>
          <p:cNvCxnSpPr/>
          <p:nvPr/>
        </p:nvCxnSpPr>
        <p:spPr>
          <a:xfrm>
            <a:off x="1005739" y="723317"/>
            <a:ext cx="275417"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64" name="图片 63"/>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8290290" y="64896"/>
            <a:ext cx="790862" cy="798578"/>
          </a:xfrm>
          <a:prstGeom prst="rect">
            <a:avLst/>
          </a:prstGeom>
        </p:spPr>
      </p:pic>
      <p:sp>
        <p:nvSpPr>
          <p:cNvPr id="2" name="文本框 1"/>
          <p:cNvSpPr txBox="1"/>
          <p:nvPr/>
        </p:nvSpPr>
        <p:spPr>
          <a:xfrm>
            <a:off x="157480" y="264795"/>
            <a:ext cx="3629660" cy="398780"/>
          </a:xfrm>
          <a:prstGeom prst="rect">
            <a:avLst/>
          </a:prstGeom>
          <a:noFill/>
        </p:spPr>
        <p:txBody>
          <a:bodyPr wrap="square">
            <a:spAutoFit/>
          </a:bodyPr>
          <a:lstStyle/>
          <a:p>
            <a:r>
              <a:rPr lang="zh-CN" altLang="en-US" sz="2000" b="1" dirty="0">
                <a:solidFill>
                  <a:srgbClr val="27506E"/>
                </a:solidFill>
                <a:latin typeface="宋体" panose="02010600030101010101" pitchFamily="2" charset="-122"/>
                <a:ea typeface="宋体" panose="02010600030101010101" pitchFamily="2" charset="-122"/>
              </a:rPr>
              <a:t>排班管理模块</a:t>
            </a:r>
            <a:r>
              <a:rPr lang="en-US" altLang="zh-CN" sz="2000" b="1" dirty="0">
                <a:solidFill>
                  <a:srgbClr val="27506E"/>
                </a:solidFill>
                <a:latin typeface="宋体" panose="02010600030101010101" pitchFamily="2" charset="-122"/>
                <a:ea typeface="宋体" panose="02010600030101010101" pitchFamily="2" charset="-122"/>
              </a:rPr>
              <a:t>——</a:t>
            </a:r>
            <a:r>
              <a:rPr lang="zh-CN" altLang="en-US" sz="2000" b="1" dirty="0">
                <a:solidFill>
                  <a:srgbClr val="27506E"/>
                </a:solidFill>
                <a:latin typeface="宋体" panose="02010600030101010101" pitchFamily="2" charset="-122"/>
                <a:ea typeface="宋体" panose="02010600030101010101" pitchFamily="2" charset="-122"/>
              </a:rPr>
              <a:t>排班</a:t>
            </a:r>
            <a:r>
              <a:rPr lang="zh-CN" altLang="en-US" sz="2000" b="1" dirty="0">
                <a:solidFill>
                  <a:srgbClr val="27506E"/>
                </a:solidFill>
                <a:latin typeface="宋体" panose="02010600030101010101" pitchFamily="2" charset="-122"/>
                <a:ea typeface="宋体" panose="02010600030101010101" pitchFamily="2" charset="-122"/>
              </a:rPr>
              <a:t>模板</a:t>
            </a:r>
            <a:endParaRPr lang="zh-CN" altLang="en-US" sz="2000" b="1" dirty="0">
              <a:solidFill>
                <a:srgbClr val="27506E"/>
              </a:solidFill>
              <a:latin typeface="宋体" panose="02010600030101010101" pitchFamily="2" charset="-122"/>
              <a:ea typeface="宋体" panose="02010600030101010101" pitchFamily="2" charset="-122"/>
            </a:endParaRPr>
          </a:p>
        </p:txBody>
      </p:sp>
      <p:sp>
        <p:nvSpPr>
          <p:cNvPr id="5" name="文本框 4"/>
          <p:cNvSpPr txBox="1"/>
          <p:nvPr/>
        </p:nvSpPr>
        <p:spPr>
          <a:xfrm>
            <a:off x="4221480" y="4029710"/>
            <a:ext cx="913765" cy="299085"/>
          </a:xfrm>
          <a:prstGeom prst="rect">
            <a:avLst/>
          </a:prstGeom>
          <a:noFill/>
        </p:spPr>
        <p:txBody>
          <a:bodyPr wrap="square" rtlCol="0">
            <a:spAutoFit/>
          </a:bodyPr>
          <a:p>
            <a:r>
              <a:rPr lang="zh-CN" altLang="en-US">
                <a:latin typeface="宋体" panose="02010600030101010101" pitchFamily="2" charset="-122"/>
                <a:ea typeface="宋体" panose="02010600030101010101" pitchFamily="2" charset="-122"/>
              </a:rPr>
              <a:t>排班</a:t>
            </a:r>
            <a:r>
              <a:rPr lang="zh-CN" altLang="en-US">
                <a:latin typeface="宋体" panose="02010600030101010101" pitchFamily="2" charset="-122"/>
                <a:ea typeface="宋体" panose="02010600030101010101" pitchFamily="2" charset="-122"/>
              </a:rPr>
              <a:t>模板</a:t>
            </a:r>
            <a:endParaRPr lang="zh-CN" altLang="en-US">
              <a:latin typeface="宋体" panose="02010600030101010101" pitchFamily="2" charset="-122"/>
              <a:ea typeface="宋体" panose="02010600030101010101" pitchFamily="2" charset="-122"/>
            </a:endParaRPr>
          </a:p>
        </p:txBody>
      </p:sp>
      <p:pic>
        <p:nvPicPr>
          <p:cNvPr id="3" name="图片 2" descr="模板-查看"/>
          <p:cNvPicPr>
            <a:picLocks noChangeAspect="1"/>
          </p:cNvPicPr>
          <p:nvPr/>
        </p:nvPicPr>
        <p:blipFill>
          <a:blip r:embed="rId2"/>
          <a:stretch>
            <a:fillRect/>
          </a:stretch>
        </p:blipFill>
        <p:spPr>
          <a:xfrm>
            <a:off x="323215" y="1442720"/>
            <a:ext cx="8496935" cy="248539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mc:Choice>
    <mc:Fallback>
      <p:transition spd="slow"/>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8" name="直接连接符 157"/>
          <p:cNvCxnSpPr/>
          <p:nvPr/>
        </p:nvCxnSpPr>
        <p:spPr>
          <a:xfrm>
            <a:off x="1005739" y="723317"/>
            <a:ext cx="275417"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64" name="图片 63"/>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8290290" y="64896"/>
            <a:ext cx="790862" cy="798578"/>
          </a:xfrm>
          <a:prstGeom prst="rect">
            <a:avLst/>
          </a:prstGeom>
        </p:spPr>
      </p:pic>
      <p:sp>
        <p:nvSpPr>
          <p:cNvPr id="2" name="文本框 1"/>
          <p:cNvSpPr txBox="1"/>
          <p:nvPr/>
        </p:nvSpPr>
        <p:spPr>
          <a:xfrm>
            <a:off x="157480" y="264795"/>
            <a:ext cx="5116195" cy="398780"/>
          </a:xfrm>
          <a:prstGeom prst="rect">
            <a:avLst/>
          </a:prstGeom>
          <a:noFill/>
        </p:spPr>
        <p:txBody>
          <a:bodyPr wrap="square">
            <a:spAutoFit/>
          </a:bodyPr>
          <a:lstStyle/>
          <a:p>
            <a:r>
              <a:rPr lang="zh-CN" altLang="en-US" sz="2000" b="1" dirty="0">
                <a:solidFill>
                  <a:srgbClr val="27506E"/>
                </a:solidFill>
                <a:latin typeface="宋体" panose="02010600030101010101" pitchFamily="2" charset="-122"/>
                <a:ea typeface="宋体" panose="02010600030101010101" pitchFamily="2" charset="-122"/>
              </a:rPr>
              <a:t>预约服务管理模块</a:t>
            </a:r>
            <a:r>
              <a:rPr lang="en-US" altLang="zh-CN" sz="2000" b="1" dirty="0">
                <a:solidFill>
                  <a:srgbClr val="27506E"/>
                </a:solidFill>
                <a:latin typeface="宋体" panose="02010600030101010101" pitchFamily="2" charset="-122"/>
                <a:ea typeface="宋体" panose="02010600030101010101" pitchFamily="2" charset="-122"/>
              </a:rPr>
              <a:t>——</a:t>
            </a:r>
            <a:r>
              <a:rPr lang="zh-CN" altLang="en-US" sz="2000" b="1" dirty="0">
                <a:solidFill>
                  <a:srgbClr val="27506E"/>
                </a:solidFill>
                <a:latin typeface="宋体" panose="02010600030101010101" pitchFamily="2" charset="-122"/>
                <a:ea typeface="宋体" panose="02010600030101010101" pitchFamily="2" charset="-122"/>
              </a:rPr>
              <a:t>预约</a:t>
            </a:r>
            <a:endParaRPr lang="zh-CN" altLang="en-US" sz="2000" b="1" dirty="0">
              <a:solidFill>
                <a:srgbClr val="27506E"/>
              </a:solidFill>
              <a:latin typeface="宋体" panose="02010600030101010101" pitchFamily="2" charset="-122"/>
              <a:ea typeface="宋体" panose="02010600030101010101" pitchFamily="2" charset="-122"/>
            </a:endParaRPr>
          </a:p>
        </p:txBody>
      </p:sp>
      <p:pic>
        <p:nvPicPr>
          <p:cNvPr id="4" name="图片 3" descr="预约（管理员与员工）"/>
          <p:cNvPicPr>
            <a:picLocks noChangeAspect="1"/>
          </p:cNvPicPr>
          <p:nvPr/>
        </p:nvPicPr>
        <p:blipFill>
          <a:blip r:embed="rId2"/>
          <a:stretch>
            <a:fillRect/>
          </a:stretch>
        </p:blipFill>
        <p:spPr>
          <a:xfrm>
            <a:off x="640715" y="913765"/>
            <a:ext cx="7862570" cy="2971165"/>
          </a:xfrm>
          <a:prstGeom prst="rect">
            <a:avLst/>
          </a:prstGeom>
        </p:spPr>
      </p:pic>
      <p:sp>
        <p:nvSpPr>
          <p:cNvPr id="5" name="文本框 4"/>
          <p:cNvSpPr txBox="1"/>
          <p:nvPr/>
        </p:nvSpPr>
        <p:spPr>
          <a:xfrm>
            <a:off x="4133850" y="3935095"/>
            <a:ext cx="876935" cy="299085"/>
          </a:xfrm>
          <a:prstGeom prst="rect">
            <a:avLst/>
          </a:prstGeom>
          <a:noFill/>
        </p:spPr>
        <p:txBody>
          <a:bodyPr wrap="square" rtlCol="0">
            <a:spAutoFit/>
          </a:bodyPr>
          <a:p>
            <a:r>
              <a:rPr lang="zh-CN" altLang="en-US">
                <a:latin typeface="宋体" panose="02010600030101010101" pitchFamily="2" charset="-122"/>
                <a:ea typeface="宋体" panose="02010600030101010101" pitchFamily="2" charset="-122"/>
              </a:rPr>
              <a:t>预约列表</a:t>
            </a:r>
            <a:endParaRPr lang="zh-CN" altLang="en-US">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1500"/>
    </mc:Choice>
    <mc:Fallback>
      <p:transition spd="slow"/>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8" name="直接连接符 157"/>
          <p:cNvCxnSpPr/>
          <p:nvPr/>
        </p:nvCxnSpPr>
        <p:spPr>
          <a:xfrm>
            <a:off x="1005739" y="723317"/>
            <a:ext cx="275417"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64" name="图片 63"/>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8290290" y="64896"/>
            <a:ext cx="790862" cy="798578"/>
          </a:xfrm>
          <a:prstGeom prst="rect">
            <a:avLst/>
          </a:prstGeom>
        </p:spPr>
      </p:pic>
      <p:sp>
        <p:nvSpPr>
          <p:cNvPr id="2" name="文本框 1"/>
          <p:cNvSpPr txBox="1"/>
          <p:nvPr/>
        </p:nvSpPr>
        <p:spPr>
          <a:xfrm>
            <a:off x="157480" y="264795"/>
            <a:ext cx="5116195" cy="398780"/>
          </a:xfrm>
          <a:prstGeom prst="rect">
            <a:avLst/>
          </a:prstGeom>
          <a:noFill/>
        </p:spPr>
        <p:txBody>
          <a:bodyPr wrap="square">
            <a:spAutoFit/>
          </a:bodyPr>
          <a:lstStyle/>
          <a:p>
            <a:r>
              <a:rPr lang="zh-CN" altLang="en-US" sz="2000" b="1" dirty="0">
                <a:solidFill>
                  <a:srgbClr val="27506E"/>
                </a:solidFill>
                <a:latin typeface="宋体" panose="02010600030101010101" pitchFamily="2" charset="-122"/>
                <a:ea typeface="宋体" panose="02010600030101010101" pitchFamily="2" charset="-122"/>
              </a:rPr>
              <a:t>预约服务管理模块</a:t>
            </a:r>
            <a:r>
              <a:rPr lang="en-US" altLang="zh-CN" sz="2000" b="1" dirty="0">
                <a:solidFill>
                  <a:srgbClr val="27506E"/>
                </a:solidFill>
                <a:latin typeface="宋体" panose="02010600030101010101" pitchFamily="2" charset="-122"/>
                <a:ea typeface="宋体" panose="02010600030101010101" pitchFamily="2" charset="-122"/>
              </a:rPr>
              <a:t>——</a:t>
            </a:r>
            <a:r>
              <a:rPr lang="zh-CN" altLang="en-US" sz="2000" b="1" dirty="0">
                <a:solidFill>
                  <a:srgbClr val="27506E"/>
                </a:solidFill>
                <a:latin typeface="宋体" panose="02010600030101010101" pitchFamily="2" charset="-122"/>
                <a:ea typeface="宋体" panose="02010600030101010101" pitchFamily="2" charset="-122"/>
              </a:rPr>
              <a:t>服务</a:t>
            </a:r>
            <a:endParaRPr lang="zh-CN" altLang="en-US" sz="2000" b="1" dirty="0">
              <a:solidFill>
                <a:srgbClr val="27506E"/>
              </a:solidFill>
              <a:latin typeface="宋体" panose="02010600030101010101" pitchFamily="2" charset="-122"/>
              <a:ea typeface="宋体" panose="02010600030101010101" pitchFamily="2" charset="-122"/>
            </a:endParaRPr>
          </a:p>
        </p:txBody>
      </p:sp>
      <p:sp>
        <p:nvSpPr>
          <p:cNvPr id="5" name="文本框 4"/>
          <p:cNvSpPr txBox="1"/>
          <p:nvPr/>
        </p:nvSpPr>
        <p:spPr>
          <a:xfrm>
            <a:off x="4109085" y="3971925"/>
            <a:ext cx="927100" cy="299085"/>
          </a:xfrm>
          <a:prstGeom prst="rect">
            <a:avLst/>
          </a:prstGeom>
          <a:noFill/>
        </p:spPr>
        <p:txBody>
          <a:bodyPr wrap="square" rtlCol="0">
            <a:spAutoFit/>
          </a:bodyPr>
          <a:p>
            <a:r>
              <a:rPr lang="zh-CN" altLang="en-US">
                <a:latin typeface="宋体" panose="02010600030101010101" pitchFamily="2" charset="-122"/>
                <a:ea typeface="宋体" panose="02010600030101010101" pitchFamily="2" charset="-122"/>
              </a:rPr>
              <a:t>服务列表</a:t>
            </a:r>
            <a:endParaRPr lang="zh-CN" altLang="en-US">
              <a:latin typeface="宋体" panose="02010600030101010101" pitchFamily="2" charset="-122"/>
              <a:ea typeface="宋体" panose="02010600030101010101" pitchFamily="2" charset="-122"/>
            </a:endParaRPr>
          </a:p>
        </p:txBody>
      </p:sp>
      <p:pic>
        <p:nvPicPr>
          <p:cNvPr id="3" name="图片 2" descr="服务（管理员与员工）"/>
          <p:cNvPicPr>
            <a:picLocks noChangeAspect="1"/>
          </p:cNvPicPr>
          <p:nvPr/>
        </p:nvPicPr>
        <p:blipFill>
          <a:blip r:embed="rId2"/>
          <a:stretch>
            <a:fillRect/>
          </a:stretch>
        </p:blipFill>
        <p:spPr>
          <a:xfrm>
            <a:off x="641350" y="827405"/>
            <a:ext cx="7861935" cy="304038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mc:Choice>
    <mc:Fallback>
      <p:transition spd="slow"/>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8" name="直接连接符 157"/>
          <p:cNvCxnSpPr/>
          <p:nvPr/>
        </p:nvCxnSpPr>
        <p:spPr>
          <a:xfrm>
            <a:off x="1005739" y="723317"/>
            <a:ext cx="275417"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64" name="图片 63"/>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8290290" y="64896"/>
            <a:ext cx="790862" cy="798578"/>
          </a:xfrm>
          <a:prstGeom prst="rect">
            <a:avLst/>
          </a:prstGeom>
        </p:spPr>
      </p:pic>
      <p:sp>
        <p:nvSpPr>
          <p:cNvPr id="2" name="文本框 1"/>
          <p:cNvSpPr txBox="1"/>
          <p:nvPr/>
        </p:nvSpPr>
        <p:spPr>
          <a:xfrm>
            <a:off x="166370" y="264795"/>
            <a:ext cx="1955165" cy="398780"/>
          </a:xfrm>
          <a:prstGeom prst="rect">
            <a:avLst/>
          </a:prstGeom>
          <a:noFill/>
        </p:spPr>
        <p:txBody>
          <a:bodyPr wrap="square">
            <a:spAutoFit/>
          </a:bodyPr>
          <a:lstStyle/>
          <a:p>
            <a:r>
              <a:rPr lang="zh-CN" altLang="en-US" sz="2000" b="1" dirty="0">
                <a:solidFill>
                  <a:srgbClr val="27506E"/>
                </a:solidFill>
                <a:latin typeface="宋体" panose="02010600030101010101" pitchFamily="2" charset="-122"/>
                <a:ea typeface="宋体" panose="02010600030101010101" pitchFamily="2" charset="-122"/>
              </a:rPr>
              <a:t>通知提醒</a:t>
            </a:r>
            <a:r>
              <a:rPr lang="zh-CN" altLang="en-US" sz="2000" b="1" dirty="0">
                <a:solidFill>
                  <a:srgbClr val="27506E"/>
                </a:solidFill>
                <a:latin typeface="宋体" panose="02010600030101010101" pitchFamily="2" charset="-122"/>
                <a:ea typeface="宋体" panose="02010600030101010101" pitchFamily="2" charset="-122"/>
              </a:rPr>
              <a:t>模块</a:t>
            </a:r>
            <a:endParaRPr lang="zh-CN" altLang="en-US" sz="2000" b="1" dirty="0">
              <a:solidFill>
                <a:srgbClr val="27506E"/>
              </a:solidFill>
              <a:latin typeface="宋体" panose="02010600030101010101" pitchFamily="2" charset="-122"/>
              <a:ea typeface="宋体" panose="02010600030101010101" pitchFamily="2" charset="-122"/>
            </a:endParaRPr>
          </a:p>
        </p:txBody>
      </p:sp>
      <p:sp>
        <p:nvSpPr>
          <p:cNvPr id="5" name="文本框 4"/>
          <p:cNvSpPr txBox="1"/>
          <p:nvPr/>
        </p:nvSpPr>
        <p:spPr>
          <a:xfrm>
            <a:off x="3786505" y="4001135"/>
            <a:ext cx="1572895" cy="299085"/>
          </a:xfrm>
          <a:prstGeom prst="rect">
            <a:avLst/>
          </a:prstGeom>
          <a:noFill/>
        </p:spPr>
        <p:txBody>
          <a:bodyPr wrap="square" rtlCol="0">
            <a:spAutoFit/>
          </a:bodyPr>
          <a:p>
            <a:r>
              <a:rPr lang="zh-CN" altLang="en-US">
                <a:latin typeface="宋体" panose="02010600030101010101" pitchFamily="2" charset="-122"/>
                <a:ea typeface="宋体" panose="02010600030101010101" pitchFamily="2" charset="-122"/>
              </a:rPr>
              <a:t>某员工通知</a:t>
            </a:r>
            <a:r>
              <a:rPr lang="zh-CN" altLang="en-US">
                <a:latin typeface="宋体" panose="02010600030101010101" pitchFamily="2" charset="-122"/>
                <a:ea typeface="宋体" panose="02010600030101010101" pitchFamily="2" charset="-122"/>
              </a:rPr>
              <a:t>示例图</a:t>
            </a:r>
            <a:endParaRPr lang="zh-CN" altLang="en-US">
              <a:latin typeface="宋体" panose="02010600030101010101" pitchFamily="2" charset="-122"/>
              <a:ea typeface="宋体" panose="02010600030101010101" pitchFamily="2" charset="-122"/>
            </a:endParaRPr>
          </a:p>
        </p:txBody>
      </p:sp>
      <p:pic>
        <p:nvPicPr>
          <p:cNvPr id="4" name="图片 3" descr="通知-员工"/>
          <p:cNvPicPr>
            <a:picLocks noChangeAspect="1"/>
          </p:cNvPicPr>
          <p:nvPr/>
        </p:nvPicPr>
        <p:blipFill>
          <a:blip r:embed="rId2"/>
          <a:stretch>
            <a:fillRect/>
          </a:stretch>
        </p:blipFill>
        <p:spPr>
          <a:xfrm>
            <a:off x="641985" y="789940"/>
            <a:ext cx="7861935" cy="314452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mc:Choice>
    <mc:Fallback>
      <p:transition spd="slow"/>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8" name="直接连接符 157"/>
          <p:cNvCxnSpPr/>
          <p:nvPr/>
        </p:nvCxnSpPr>
        <p:spPr>
          <a:xfrm>
            <a:off x="1005739" y="723317"/>
            <a:ext cx="275417"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64" name="图片 63"/>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8290290" y="64896"/>
            <a:ext cx="790862" cy="798578"/>
          </a:xfrm>
          <a:prstGeom prst="rect">
            <a:avLst/>
          </a:prstGeom>
        </p:spPr>
      </p:pic>
      <p:sp>
        <p:nvSpPr>
          <p:cNvPr id="2" name="文本框 1"/>
          <p:cNvSpPr txBox="1"/>
          <p:nvPr/>
        </p:nvSpPr>
        <p:spPr>
          <a:xfrm>
            <a:off x="259080" y="257810"/>
            <a:ext cx="3794125" cy="398780"/>
          </a:xfrm>
          <a:prstGeom prst="rect">
            <a:avLst/>
          </a:prstGeom>
          <a:noFill/>
        </p:spPr>
        <p:txBody>
          <a:bodyPr wrap="square">
            <a:spAutoFit/>
          </a:bodyPr>
          <a:lstStyle/>
          <a:p>
            <a:r>
              <a:rPr lang="zh-CN" altLang="en-US" sz="2000" b="1" dirty="0">
                <a:solidFill>
                  <a:srgbClr val="27506E"/>
                </a:solidFill>
                <a:latin typeface="宋体" panose="02010600030101010101" pitchFamily="2" charset="-122"/>
                <a:ea typeface="宋体" panose="02010600030101010101" pitchFamily="2" charset="-122"/>
              </a:rPr>
              <a:t>其它功能模块</a:t>
            </a:r>
            <a:r>
              <a:rPr lang="en-US" altLang="zh-CN" sz="2000" b="1" dirty="0">
                <a:solidFill>
                  <a:srgbClr val="27506E"/>
                </a:solidFill>
                <a:latin typeface="宋体" panose="02010600030101010101" pitchFamily="2" charset="-122"/>
                <a:ea typeface="宋体" panose="02010600030101010101" pitchFamily="2" charset="-122"/>
              </a:rPr>
              <a:t>——</a:t>
            </a:r>
            <a:r>
              <a:rPr lang="zh-CN" altLang="en-US" sz="2000" b="1" dirty="0">
                <a:solidFill>
                  <a:srgbClr val="27506E"/>
                </a:solidFill>
                <a:latin typeface="宋体" panose="02010600030101010101" pitchFamily="2" charset="-122"/>
                <a:ea typeface="宋体" panose="02010600030101010101" pitchFamily="2" charset="-122"/>
              </a:rPr>
              <a:t>登录</a:t>
            </a:r>
            <a:endParaRPr lang="zh-CN" altLang="en-US" sz="2000" b="1" dirty="0">
              <a:solidFill>
                <a:srgbClr val="27506E"/>
              </a:solidFill>
              <a:latin typeface="宋体" panose="02010600030101010101" pitchFamily="2" charset="-122"/>
              <a:ea typeface="宋体" panose="02010600030101010101" pitchFamily="2" charset="-122"/>
            </a:endParaRPr>
          </a:p>
        </p:txBody>
      </p:sp>
      <p:pic>
        <p:nvPicPr>
          <p:cNvPr id="3" name="图片 2" descr="登录页面"/>
          <p:cNvPicPr>
            <a:picLocks noChangeAspect="1"/>
          </p:cNvPicPr>
          <p:nvPr/>
        </p:nvPicPr>
        <p:blipFill>
          <a:blip r:embed="rId2"/>
          <a:stretch>
            <a:fillRect/>
          </a:stretch>
        </p:blipFill>
        <p:spPr>
          <a:xfrm>
            <a:off x="626745" y="1011555"/>
            <a:ext cx="2809240" cy="3413125"/>
          </a:xfrm>
          <a:prstGeom prst="rect">
            <a:avLst/>
          </a:prstGeom>
        </p:spPr>
      </p:pic>
      <p:pic>
        <p:nvPicPr>
          <p:cNvPr id="6" name="图片 5" descr="注册窗口"/>
          <p:cNvPicPr>
            <a:picLocks noChangeAspect="1"/>
          </p:cNvPicPr>
          <p:nvPr/>
        </p:nvPicPr>
        <p:blipFill>
          <a:blip r:embed="rId3"/>
          <a:stretch>
            <a:fillRect/>
          </a:stretch>
        </p:blipFill>
        <p:spPr>
          <a:xfrm>
            <a:off x="5401310" y="846455"/>
            <a:ext cx="2839085" cy="3578225"/>
          </a:xfrm>
          <a:prstGeom prst="rect">
            <a:avLst/>
          </a:prstGeom>
        </p:spPr>
      </p:pic>
      <p:sp>
        <p:nvSpPr>
          <p:cNvPr id="7" name="文本框 6"/>
          <p:cNvSpPr txBox="1"/>
          <p:nvPr/>
        </p:nvSpPr>
        <p:spPr>
          <a:xfrm>
            <a:off x="1754505" y="4481830"/>
            <a:ext cx="553085" cy="299085"/>
          </a:xfrm>
          <a:prstGeom prst="rect">
            <a:avLst/>
          </a:prstGeom>
          <a:noFill/>
        </p:spPr>
        <p:txBody>
          <a:bodyPr wrap="square" rtlCol="0">
            <a:spAutoFit/>
          </a:bodyPr>
          <a:p>
            <a:r>
              <a:rPr lang="zh-CN" altLang="en-US">
                <a:latin typeface="宋体" panose="02010600030101010101" pitchFamily="2" charset="-122"/>
                <a:ea typeface="宋体" panose="02010600030101010101" pitchFamily="2" charset="-122"/>
              </a:rPr>
              <a:t>登录</a:t>
            </a:r>
            <a:endParaRPr lang="zh-CN" altLang="en-US">
              <a:latin typeface="宋体" panose="02010600030101010101" pitchFamily="2" charset="-122"/>
              <a:ea typeface="宋体" panose="02010600030101010101" pitchFamily="2" charset="-122"/>
            </a:endParaRPr>
          </a:p>
        </p:txBody>
      </p:sp>
      <p:sp>
        <p:nvSpPr>
          <p:cNvPr id="8" name="文本框 7"/>
          <p:cNvSpPr txBox="1"/>
          <p:nvPr/>
        </p:nvSpPr>
        <p:spPr>
          <a:xfrm>
            <a:off x="6544310" y="4481830"/>
            <a:ext cx="553085" cy="299085"/>
          </a:xfrm>
          <a:prstGeom prst="rect">
            <a:avLst/>
          </a:prstGeom>
          <a:noFill/>
        </p:spPr>
        <p:txBody>
          <a:bodyPr wrap="square" rtlCol="0">
            <a:spAutoFit/>
          </a:bodyPr>
          <a:p>
            <a:r>
              <a:rPr lang="zh-CN" altLang="en-US">
                <a:latin typeface="宋体" panose="02010600030101010101" pitchFamily="2" charset="-122"/>
                <a:ea typeface="宋体" panose="02010600030101010101" pitchFamily="2" charset="-122"/>
              </a:rPr>
              <a:t>注册</a:t>
            </a:r>
            <a:endParaRPr lang="zh-CN" altLang="en-US">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1500"/>
    </mc:Choice>
    <mc:Fallback>
      <p:transition spd="slow"/>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8" name="直接连接符 157"/>
          <p:cNvCxnSpPr/>
          <p:nvPr/>
        </p:nvCxnSpPr>
        <p:spPr>
          <a:xfrm>
            <a:off x="1005739" y="723317"/>
            <a:ext cx="275417"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64" name="图片 63"/>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8290290" y="64896"/>
            <a:ext cx="790862" cy="798578"/>
          </a:xfrm>
          <a:prstGeom prst="rect">
            <a:avLst/>
          </a:prstGeom>
        </p:spPr>
      </p:pic>
      <p:sp>
        <p:nvSpPr>
          <p:cNvPr id="2" name="文本框 1"/>
          <p:cNvSpPr txBox="1"/>
          <p:nvPr/>
        </p:nvSpPr>
        <p:spPr>
          <a:xfrm>
            <a:off x="259080" y="257810"/>
            <a:ext cx="3794125" cy="398780"/>
          </a:xfrm>
          <a:prstGeom prst="rect">
            <a:avLst/>
          </a:prstGeom>
          <a:noFill/>
        </p:spPr>
        <p:txBody>
          <a:bodyPr wrap="square">
            <a:spAutoFit/>
          </a:bodyPr>
          <a:lstStyle/>
          <a:p>
            <a:r>
              <a:rPr lang="zh-CN" altLang="en-US" sz="2000" b="1" dirty="0">
                <a:solidFill>
                  <a:srgbClr val="27506E"/>
                </a:solidFill>
                <a:latin typeface="宋体" panose="02010600030101010101" pitchFamily="2" charset="-122"/>
                <a:ea typeface="宋体" panose="02010600030101010101" pitchFamily="2" charset="-122"/>
              </a:rPr>
              <a:t>其它功能模块</a:t>
            </a:r>
            <a:r>
              <a:rPr lang="en-US" altLang="zh-CN" sz="2000" b="1" dirty="0">
                <a:solidFill>
                  <a:srgbClr val="27506E"/>
                </a:solidFill>
                <a:latin typeface="宋体" panose="02010600030101010101" pitchFamily="2" charset="-122"/>
                <a:ea typeface="宋体" panose="02010600030101010101" pitchFamily="2" charset="-122"/>
              </a:rPr>
              <a:t>——</a:t>
            </a:r>
            <a:r>
              <a:rPr lang="zh-CN" altLang="en-US" sz="2000" b="1" dirty="0">
                <a:solidFill>
                  <a:srgbClr val="27506E"/>
                </a:solidFill>
                <a:latin typeface="宋体" panose="02010600030101010101" pitchFamily="2" charset="-122"/>
                <a:ea typeface="宋体" panose="02010600030101010101" pitchFamily="2" charset="-122"/>
              </a:rPr>
              <a:t>首页</a:t>
            </a:r>
            <a:r>
              <a:rPr lang="zh-CN" altLang="en-US" sz="2000" b="1" dirty="0">
                <a:solidFill>
                  <a:srgbClr val="27506E"/>
                </a:solidFill>
                <a:latin typeface="宋体" panose="02010600030101010101" pitchFamily="2" charset="-122"/>
                <a:ea typeface="宋体" panose="02010600030101010101" pitchFamily="2" charset="-122"/>
              </a:rPr>
              <a:t>报表</a:t>
            </a:r>
            <a:endParaRPr lang="zh-CN" altLang="en-US" sz="2000" b="1" dirty="0">
              <a:solidFill>
                <a:srgbClr val="27506E"/>
              </a:solidFill>
              <a:latin typeface="宋体" panose="02010600030101010101" pitchFamily="2" charset="-122"/>
              <a:ea typeface="宋体" panose="02010600030101010101" pitchFamily="2" charset="-122"/>
            </a:endParaRPr>
          </a:p>
        </p:txBody>
      </p:sp>
      <p:pic>
        <p:nvPicPr>
          <p:cNvPr id="4" name="图片 3" descr="报表-预约"/>
          <p:cNvPicPr>
            <a:picLocks noChangeAspect="1"/>
          </p:cNvPicPr>
          <p:nvPr/>
        </p:nvPicPr>
        <p:blipFill>
          <a:blip r:embed="rId2"/>
          <a:stretch>
            <a:fillRect/>
          </a:stretch>
        </p:blipFill>
        <p:spPr>
          <a:xfrm>
            <a:off x="1160145" y="1024890"/>
            <a:ext cx="6823710" cy="2735580"/>
          </a:xfrm>
          <a:prstGeom prst="rect">
            <a:avLst/>
          </a:prstGeom>
        </p:spPr>
      </p:pic>
      <p:sp>
        <p:nvSpPr>
          <p:cNvPr id="9" name="文本框 8"/>
          <p:cNvSpPr txBox="1"/>
          <p:nvPr/>
        </p:nvSpPr>
        <p:spPr>
          <a:xfrm>
            <a:off x="4123055" y="3820795"/>
            <a:ext cx="897890" cy="299085"/>
          </a:xfrm>
          <a:prstGeom prst="rect">
            <a:avLst/>
          </a:prstGeom>
          <a:noFill/>
        </p:spPr>
        <p:txBody>
          <a:bodyPr wrap="square" rtlCol="0">
            <a:spAutoFit/>
          </a:bodyPr>
          <a:p>
            <a:r>
              <a:rPr lang="zh-CN" altLang="en-US">
                <a:latin typeface="宋体" panose="02010600030101010101" pitchFamily="2" charset="-122"/>
                <a:ea typeface="宋体" panose="02010600030101010101" pitchFamily="2" charset="-122"/>
              </a:rPr>
              <a:t>预约数据</a:t>
            </a:r>
            <a:endParaRPr lang="zh-CN" altLang="en-US">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1500"/>
    </mc:Choice>
    <mc:Fallback>
      <p:transition spd="slow"/>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8" name="直接连接符 157"/>
          <p:cNvCxnSpPr/>
          <p:nvPr/>
        </p:nvCxnSpPr>
        <p:spPr>
          <a:xfrm>
            <a:off x="1005739" y="723317"/>
            <a:ext cx="275417"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64" name="图片 63"/>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8290290" y="64896"/>
            <a:ext cx="790862" cy="798578"/>
          </a:xfrm>
          <a:prstGeom prst="rect">
            <a:avLst/>
          </a:prstGeom>
        </p:spPr>
      </p:pic>
      <p:sp>
        <p:nvSpPr>
          <p:cNvPr id="2" name="文本框 1"/>
          <p:cNvSpPr txBox="1"/>
          <p:nvPr/>
        </p:nvSpPr>
        <p:spPr>
          <a:xfrm>
            <a:off x="259080" y="257810"/>
            <a:ext cx="3794125" cy="398780"/>
          </a:xfrm>
          <a:prstGeom prst="rect">
            <a:avLst/>
          </a:prstGeom>
          <a:noFill/>
        </p:spPr>
        <p:txBody>
          <a:bodyPr wrap="square">
            <a:spAutoFit/>
          </a:bodyPr>
          <a:lstStyle/>
          <a:p>
            <a:r>
              <a:rPr lang="zh-CN" altLang="en-US" sz="2000" b="1" dirty="0">
                <a:solidFill>
                  <a:srgbClr val="27506E"/>
                </a:solidFill>
                <a:latin typeface="宋体" panose="02010600030101010101" pitchFamily="2" charset="-122"/>
                <a:ea typeface="宋体" panose="02010600030101010101" pitchFamily="2" charset="-122"/>
              </a:rPr>
              <a:t>其它功能模块</a:t>
            </a:r>
            <a:r>
              <a:rPr lang="en-US" altLang="zh-CN" sz="2000" b="1" dirty="0">
                <a:solidFill>
                  <a:srgbClr val="27506E"/>
                </a:solidFill>
                <a:latin typeface="宋体" panose="02010600030101010101" pitchFamily="2" charset="-122"/>
                <a:ea typeface="宋体" panose="02010600030101010101" pitchFamily="2" charset="-122"/>
              </a:rPr>
              <a:t>——</a:t>
            </a:r>
            <a:r>
              <a:rPr lang="zh-CN" altLang="en-US" sz="2000" b="1" dirty="0">
                <a:solidFill>
                  <a:srgbClr val="27506E"/>
                </a:solidFill>
                <a:latin typeface="宋体" panose="02010600030101010101" pitchFamily="2" charset="-122"/>
                <a:ea typeface="宋体" panose="02010600030101010101" pitchFamily="2" charset="-122"/>
              </a:rPr>
              <a:t>首页</a:t>
            </a:r>
            <a:r>
              <a:rPr lang="zh-CN" altLang="en-US" sz="2000" b="1" dirty="0">
                <a:solidFill>
                  <a:srgbClr val="27506E"/>
                </a:solidFill>
                <a:latin typeface="宋体" panose="02010600030101010101" pitchFamily="2" charset="-122"/>
                <a:ea typeface="宋体" panose="02010600030101010101" pitchFamily="2" charset="-122"/>
              </a:rPr>
              <a:t>报表</a:t>
            </a:r>
            <a:endParaRPr lang="zh-CN" altLang="en-US" sz="2000" b="1" dirty="0">
              <a:solidFill>
                <a:srgbClr val="27506E"/>
              </a:solidFill>
              <a:latin typeface="宋体" panose="02010600030101010101" pitchFamily="2" charset="-122"/>
              <a:ea typeface="宋体" panose="02010600030101010101" pitchFamily="2" charset="-122"/>
            </a:endParaRPr>
          </a:p>
        </p:txBody>
      </p:sp>
      <p:sp>
        <p:nvSpPr>
          <p:cNvPr id="9" name="文本框 8"/>
          <p:cNvSpPr txBox="1"/>
          <p:nvPr/>
        </p:nvSpPr>
        <p:spPr>
          <a:xfrm>
            <a:off x="3879215" y="3820795"/>
            <a:ext cx="1386205" cy="299085"/>
          </a:xfrm>
          <a:prstGeom prst="rect">
            <a:avLst/>
          </a:prstGeom>
          <a:noFill/>
        </p:spPr>
        <p:txBody>
          <a:bodyPr wrap="square" rtlCol="0">
            <a:spAutoFit/>
          </a:bodyPr>
          <a:p>
            <a:r>
              <a:rPr lang="zh-CN" altLang="en-US">
                <a:latin typeface="宋体" panose="02010600030101010101" pitchFamily="2" charset="-122"/>
                <a:ea typeface="宋体" panose="02010600030101010101" pitchFamily="2" charset="-122"/>
              </a:rPr>
              <a:t>护理</a:t>
            </a:r>
            <a:r>
              <a:rPr lang="zh-CN" altLang="en-US">
                <a:latin typeface="宋体" panose="02010600030101010101" pitchFamily="2" charset="-122"/>
                <a:ea typeface="宋体" panose="02010600030101010101" pitchFamily="2" charset="-122"/>
              </a:rPr>
              <a:t>计划数据</a:t>
            </a:r>
            <a:endParaRPr lang="zh-CN" altLang="en-US">
              <a:latin typeface="宋体" panose="02010600030101010101" pitchFamily="2" charset="-122"/>
              <a:ea typeface="宋体" panose="02010600030101010101" pitchFamily="2" charset="-122"/>
            </a:endParaRPr>
          </a:p>
        </p:txBody>
      </p:sp>
      <p:pic>
        <p:nvPicPr>
          <p:cNvPr id="3" name="图片 2" descr="报表-护理计划"/>
          <p:cNvPicPr>
            <a:picLocks noChangeAspect="1"/>
          </p:cNvPicPr>
          <p:nvPr/>
        </p:nvPicPr>
        <p:blipFill>
          <a:blip r:embed="rId2"/>
          <a:stretch>
            <a:fillRect/>
          </a:stretch>
        </p:blipFill>
        <p:spPr>
          <a:xfrm>
            <a:off x="1281430" y="1179195"/>
            <a:ext cx="6407150" cy="255460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mc:Choice>
    <mc:Fallback>
      <p:transition spd="slow"/>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8" name="直接连接符 157"/>
          <p:cNvCxnSpPr/>
          <p:nvPr/>
        </p:nvCxnSpPr>
        <p:spPr>
          <a:xfrm>
            <a:off x="1005739" y="723317"/>
            <a:ext cx="275417"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64" name="图片 63"/>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8290290" y="64896"/>
            <a:ext cx="790862" cy="798578"/>
          </a:xfrm>
          <a:prstGeom prst="rect">
            <a:avLst/>
          </a:prstGeom>
        </p:spPr>
      </p:pic>
      <p:sp>
        <p:nvSpPr>
          <p:cNvPr id="2" name="文本框 1"/>
          <p:cNvSpPr txBox="1"/>
          <p:nvPr/>
        </p:nvSpPr>
        <p:spPr>
          <a:xfrm>
            <a:off x="259080" y="257810"/>
            <a:ext cx="3794125" cy="398780"/>
          </a:xfrm>
          <a:prstGeom prst="rect">
            <a:avLst/>
          </a:prstGeom>
          <a:noFill/>
        </p:spPr>
        <p:txBody>
          <a:bodyPr wrap="square">
            <a:spAutoFit/>
          </a:bodyPr>
          <a:lstStyle/>
          <a:p>
            <a:r>
              <a:rPr lang="zh-CN" altLang="en-US" sz="2000" b="1" dirty="0">
                <a:solidFill>
                  <a:srgbClr val="27506E"/>
                </a:solidFill>
                <a:latin typeface="宋体" panose="02010600030101010101" pitchFamily="2" charset="-122"/>
                <a:ea typeface="宋体" panose="02010600030101010101" pitchFamily="2" charset="-122"/>
              </a:rPr>
              <a:t>其它功能模块</a:t>
            </a:r>
            <a:r>
              <a:rPr lang="en-US" altLang="zh-CN" sz="2000" b="1" dirty="0">
                <a:solidFill>
                  <a:srgbClr val="27506E"/>
                </a:solidFill>
                <a:latin typeface="宋体" panose="02010600030101010101" pitchFamily="2" charset="-122"/>
                <a:ea typeface="宋体" panose="02010600030101010101" pitchFamily="2" charset="-122"/>
              </a:rPr>
              <a:t>——</a:t>
            </a:r>
            <a:r>
              <a:rPr lang="zh-CN" altLang="en-US" sz="2000" b="1" dirty="0">
                <a:solidFill>
                  <a:srgbClr val="27506E"/>
                </a:solidFill>
                <a:latin typeface="宋体" panose="02010600030101010101" pitchFamily="2" charset="-122"/>
                <a:ea typeface="宋体" panose="02010600030101010101" pitchFamily="2" charset="-122"/>
              </a:rPr>
              <a:t>首页</a:t>
            </a:r>
            <a:r>
              <a:rPr lang="zh-CN" altLang="en-US" sz="2000" b="1" dirty="0">
                <a:solidFill>
                  <a:srgbClr val="27506E"/>
                </a:solidFill>
                <a:latin typeface="宋体" panose="02010600030101010101" pitchFamily="2" charset="-122"/>
                <a:ea typeface="宋体" panose="02010600030101010101" pitchFamily="2" charset="-122"/>
              </a:rPr>
              <a:t>报表</a:t>
            </a:r>
            <a:endParaRPr lang="zh-CN" altLang="en-US" sz="2000" b="1" dirty="0">
              <a:solidFill>
                <a:srgbClr val="27506E"/>
              </a:solidFill>
              <a:latin typeface="宋体" panose="02010600030101010101" pitchFamily="2" charset="-122"/>
              <a:ea typeface="宋体" panose="02010600030101010101" pitchFamily="2" charset="-122"/>
            </a:endParaRPr>
          </a:p>
        </p:txBody>
      </p:sp>
      <p:sp>
        <p:nvSpPr>
          <p:cNvPr id="9" name="文本框 8"/>
          <p:cNvSpPr txBox="1"/>
          <p:nvPr/>
        </p:nvSpPr>
        <p:spPr>
          <a:xfrm>
            <a:off x="3879215" y="3942715"/>
            <a:ext cx="1386205" cy="299085"/>
          </a:xfrm>
          <a:prstGeom prst="rect">
            <a:avLst/>
          </a:prstGeom>
          <a:noFill/>
        </p:spPr>
        <p:txBody>
          <a:bodyPr wrap="square" rtlCol="0">
            <a:spAutoFit/>
          </a:bodyPr>
          <a:p>
            <a:r>
              <a:rPr lang="zh-CN" altLang="en-US">
                <a:latin typeface="宋体" panose="02010600030101010101" pitchFamily="2" charset="-122"/>
                <a:ea typeface="宋体" panose="02010600030101010101" pitchFamily="2" charset="-122"/>
              </a:rPr>
              <a:t>满意度相关</a:t>
            </a:r>
            <a:r>
              <a:rPr lang="zh-CN" altLang="en-US">
                <a:latin typeface="宋体" panose="02010600030101010101" pitchFamily="2" charset="-122"/>
                <a:ea typeface="宋体" panose="02010600030101010101" pitchFamily="2" charset="-122"/>
              </a:rPr>
              <a:t>图表</a:t>
            </a:r>
            <a:endParaRPr lang="zh-CN" altLang="en-US">
              <a:latin typeface="宋体" panose="02010600030101010101" pitchFamily="2" charset="-122"/>
              <a:ea typeface="宋体" panose="02010600030101010101" pitchFamily="2" charset="-122"/>
            </a:endParaRPr>
          </a:p>
        </p:txBody>
      </p:sp>
      <p:pic>
        <p:nvPicPr>
          <p:cNvPr id="4" name="图片 3" descr="报表-满意度"/>
          <p:cNvPicPr>
            <a:picLocks noChangeAspect="1"/>
          </p:cNvPicPr>
          <p:nvPr/>
        </p:nvPicPr>
        <p:blipFill>
          <a:blip r:embed="rId2"/>
          <a:stretch>
            <a:fillRect/>
          </a:stretch>
        </p:blipFill>
        <p:spPr>
          <a:xfrm>
            <a:off x="1944370" y="998855"/>
            <a:ext cx="5256530" cy="282194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mc:Choice>
    <mc:Fallback>
      <p:transition spd="slow"/>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8" name="直接连接符 157"/>
          <p:cNvCxnSpPr/>
          <p:nvPr/>
        </p:nvCxnSpPr>
        <p:spPr>
          <a:xfrm>
            <a:off x="1005739" y="723317"/>
            <a:ext cx="275417"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64" name="图片 63"/>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8290290" y="64896"/>
            <a:ext cx="790862" cy="798578"/>
          </a:xfrm>
          <a:prstGeom prst="rect">
            <a:avLst/>
          </a:prstGeom>
        </p:spPr>
      </p:pic>
      <p:sp>
        <p:nvSpPr>
          <p:cNvPr id="2" name="文本框 1"/>
          <p:cNvSpPr txBox="1"/>
          <p:nvPr/>
        </p:nvSpPr>
        <p:spPr>
          <a:xfrm>
            <a:off x="259080" y="257810"/>
            <a:ext cx="3794125" cy="398780"/>
          </a:xfrm>
          <a:prstGeom prst="rect">
            <a:avLst/>
          </a:prstGeom>
          <a:noFill/>
        </p:spPr>
        <p:txBody>
          <a:bodyPr wrap="square">
            <a:spAutoFit/>
          </a:bodyPr>
          <a:lstStyle/>
          <a:p>
            <a:r>
              <a:rPr lang="zh-CN" altLang="en-US" sz="2000" b="1" dirty="0">
                <a:solidFill>
                  <a:srgbClr val="27506E"/>
                </a:solidFill>
                <a:latin typeface="宋体" panose="02010600030101010101" pitchFamily="2" charset="-122"/>
                <a:ea typeface="宋体" panose="02010600030101010101" pitchFamily="2" charset="-122"/>
              </a:rPr>
              <a:t>其它功能模块</a:t>
            </a:r>
            <a:r>
              <a:rPr lang="en-US" altLang="zh-CN" sz="2000" b="1" dirty="0">
                <a:solidFill>
                  <a:srgbClr val="27506E"/>
                </a:solidFill>
                <a:latin typeface="宋体" panose="02010600030101010101" pitchFamily="2" charset="-122"/>
                <a:ea typeface="宋体" panose="02010600030101010101" pitchFamily="2" charset="-122"/>
              </a:rPr>
              <a:t>——</a:t>
            </a:r>
            <a:r>
              <a:rPr lang="zh-CN" altLang="en-US" sz="2000" b="1" dirty="0">
                <a:solidFill>
                  <a:srgbClr val="27506E"/>
                </a:solidFill>
                <a:latin typeface="宋体" panose="02010600030101010101" pitchFamily="2" charset="-122"/>
                <a:ea typeface="宋体" panose="02010600030101010101" pitchFamily="2" charset="-122"/>
              </a:rPr>
              <a:t>首页</a:t>
            </a:r>
            <a:r>
              <a:rPr lang="zh-CN" altLang="en-US" sz="2000" b="1" dirty="0">
                <a:solidFill>
                  <a:srgbClr val="27506E"/>
                </a:solidFill>
                <a:latin typeface="宋体" panose="02010600030101010101" pitchFamily="2" charset="-122"/>
                <a:ea typeface="宋体" panose="02010600030101010101" pitchFamily="2" charset="-122"/>
              </a:rPr>
              <a:t>报表</a:t>
            </a:r>
            <a:endParaRPr lang="zh-CN" altLang="en-US" sz="2000" b="1" dirty="0">
              <a:solidFill>
                <a:srgbClr val="27506E"/>
              </a:solidFill>
              <a:latin typeface="宋体" panose="02010600030101010101" pitchFamily="2" charset="-122"/>
              <a:ea typeface="宋体" panose="02010600030101010101" pitchFamily="2" charset="-122"/>
            </a:endParaRPr>
          </a:p>
        </p:txBody>
      </p:sp>
      <p:sp>
        <p:nvSpPr>
          <p:cNvPr id="9" name="文本框 8"/>
          <p:cNvSpPr txBox="1"/>
          <p:nvPr/>
        </p:nvSpPr>
        <p:spPr>
          <a:xfrm>
            <a:off x="3738245" y="4424045"/>
            <a:ext cx="1667510" cy="299085"/>
          </a:xfrm>
          <a:prstGeom prst="rect">
            <a:avLst/>
          </a:prstGeom>
          <a:noFill/>
        </p:spPr>
        <p:txBody>
          <a:bodyPr wrap="square" rtlCol="0">
            <a:spAutoFit/>
          </a:bodyPr>
          <a:p>
            <a:r>
              <a:rPr lang="zh-CN" altLang="en-US">
                <a:latin typeface="宋体" panose="02010600030101010101" pitchFamily="2" charset="-122"/>
                <a:ea typeface="宋体" panose="02010600030101010101" pitchFamily="2" charset="-122"/>
              </a:rPr>
              <a:t>身体</a:t>
            </a:r>
            <a:r>
              <a:rPr lang="zh-CN" altLang="en-US">
                <a:latin typeface="宋体" panose="02010600030101010101" pitchFamily="2" charset="-122"/>
                <a:ea typeface="宋体" panose="02010600030101010101" pitchFamily="2" charset="-122"/>
              </a:rPr>
              <a:t>指标相关</a:t>
            </a:r>
            <a:r>
              <a:rPr lang="zh-CN" altLang="en-US">
                <a:latin typeface="宋体" panose="02010600030101010101" pitchFamily="2" charset="-122"/>
                <a:ea typeface="宋体" panose="02010600030101010101" pitchFamily="2" charset="-122"/>
              </a:rPr>
              <a:t>图表</a:t>
            </a:r>
            <a:endParaRPr lang="zh-CN" altLang="en-US">
              <a:latin typeface="宋体" panose="02010600030101010101" pitchFamily="2" charset="-122"/>
              <a:ea typeface="宋体" panose="02010600030101010101" pitchFamily="2" charset="-122"/>
            </a:endParaRPr>
          </a:p>
        </p:txBody>
      </p:sp>
      <p:pic>
        <p:nvPicPr>
          <p:cNvPr id="3" name="图片 2" descr="首页-客户列表-详情图表"/>
          <p:cNvPicPr>
            <a:picLocks noChangeAspect="1"/>
          </p:cNvPicPr>
          <p:nvPr/>
        </p:nvPicPr>
        <p:blipFill>
          <a:blip r:embed="rId2"/>
          <a:stretch>
            <a:fillRect/>
          </a:stretch>
        </p:blipFill>
        <p:spPr>
          <a:xfrm>
            <a:off x="1005840" y="656590"/>
            <a:ext cx="7161530" cy="361632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mc:Choice>
    <mc:Fallback>
      <p:transition spd="slow"/>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框 5"/>
          <p:cNvSpPr txBox="1">
            <a:spLocks noChangeArrowheads="1"/>
          </p:cNvSpPr>
          <p:nvPr/>
        </p:nvSpPr>
        <p:spPr bwMode="auto">
          <a:xfrm>
            <a:off x="2797491" y="2295540"/>
            <a:ext cx="35496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zh-CN" altLang="en-US" sz="2400" b="1" dirty="0">
                <a:solidFill>
                  <a:srgbClr val="27506E"/>
                </a:solidFill>
                <a:latin typeface="宋体" panose="02010600030101010101" pitchFamily="2" charset="-122"/>
                <a:ea typeface="宋体" panose="02010600030101010101" pitchFamily="2" charset="-122"/>
              </a:rPr>
              <a:t>智能服务模块设计与</a:t>
            </a:r>
            <a:r>
              <a:rPr lang="zh-CN" altLang="en-US" sz="2400" b="1" dirty="0">
                <a:solidFill>
                  <a:srgbClr val="27506E"/>
                </a:solidFill>
                <a:latin typeface="宋体" panose="02010600030101010101" pitchFamily="2" charset="-122"/>
                <a:ea typeface="宋体" panose="02010600030101010101" pitchFamily="2" charset="-122"/>
              </a:rPr>
              <a:t>实现</a:t>
            </a:r>
            <a:endParaRPr lang="zh-CN" altLang="en-US" sz="2400" b="1" dirty="0">
              <a:solidFill>
                <a:srgbClr val="27506E"/>
              </a:solidFill>
              <a:latin typeface="宋体" panose="02010600030101010101" pitchFamily="2" charset="-122"/>
              <a:ea typeface="宋体" panose="02010600030101010101" pitchFamily="2" charset="-122"/>
            </a:endParaRPr>
          </a:p>
        </p:txBody>
      </p:sp>
      <p:cxnSp>
        <p:nvCxnSpPr>
          <p:cNvPr id="18" name="直接连接符 17"/>
          <p:cNvCxnSpPr/>
          <p:nvPr/>
        </p:nvCxnSpPr>
        <p:spPr>
          <a:xfrm>
            <a:off x="4296861" y="2814629"/>
            <a:ext cx="439032"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49" name="组合 48"/>
          <p:cNvGrpSpPr>
            <a:grpSpLocks noChangeAspect="1"/>
          </p:cNvGrpSpPr>
          <p:nvPr/>
        </p:nvGrpSpPr>
        <p:grpSpPr>
          <a:xfrm>
            <a:off x="3154680" y="3193415"/>
            <a:ext cx="2908300" cy="478155"/>
            <a:chOff x="6350" y="1903413"/>
            <a:chExt cx="12182476" cy="2000250"/>
          </a:xfrm>
        </p:grpSpPr>
        <p:sp>
          <p:nvSpPr>
            <p:cNvPr id="50" name="Freeform 16"/>
            <p:cNvSpPr/>
            <p:nvPr/>
          </p:nvSpPr>
          <p:spPr bwMode="auto">
            <a:xfrm>
              <a:off x="6350" y="2878138"/>
              <a:ext cx="6091238" cy="1025525"/>
            </a:xfrm>
            <a:custGeom>
              <a:avLst/>
              <a:gdLst>
                <a:gd name="T0" fmla="*/ 1920 w 1920"/>
                <a:gd name="T1" fmla="*/ 323 h 323"/>
                <a:gd name="T2" fmla="*/ 1209 w 1920"/>
                <a:gd name="T3" fmla="*/ 38 h 323"/>
                <a:gd name="T4" fmla="*/ 0 w 1920"/>
                <a:gd name="T5" fmla="*/ 86 h 323"/>
              </a:gdLst>
              <a:ahLst/>
              <a:cxnLst>
                <a:cxn ang="0">
                  <a:pos x="T0" y="T1"/>
                </a:cxn>
                <a:cxn ang="0">
                  <a:pos x="T2" y="T3"/>
                </a:cxn>
                <a:cxn ang="0">
                  <a:pos x="T4" y="T5"/>
                </a:cxn>
              </a:cxnLst>
              <a:rect l="0" t="0" r="r" b="b"/>
              <a:pathLst>
                <a:path w="1920" h="323">
                  <a:moveTo>
                    <a:pt x="1920" y="323"/>
                  </a:moveTo>
                  <a:cubicBezTo>
                    <a:pt x="1742" y="142"/>
                    <a:pt x="1510" y="77"/>
                    <a:pt x="1209" y="38"/>
                  </a:cubicBezTo>
                  <a:cubicBezTo>
                    <a:pt x="928" y="2"/>
                    <a:pt x="495" y="0"/>
                    <a:pt x="0" y="86"/>
                  </a:cubicBezTo>
                </a:path>
              </a:pathLst>
            </a:custGeom>
            <a:noFill/>
            <a:ln w="63500" cap="flat">
              <a:solidFill>
                <a:schemeClr val="accent1"/>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黑体" panose="02010609060101010101" pitchFamily="49" charset="-122"/>
                <a:ea typeface="黑体" panose="02010609060101010101" pitchFamily="49" charset="-122"/>
              </a:endParaRPr>
            </a:p>
          </p:txBody>
        </p:sp>
        <p:sp>
          <p:nvSpPr>
            <p:cNvPr id="51" name="Freeform 17"/>
            <p:cNvSpPr/>
            <p:nvPr/>
          </p:nvSpPr>
          <p:spPr bwMode="auto">
            <a:xfrm>
              <a:off x="6350" y="3068638"/>
              <a:ext cx="6091238" cy="835025"/>
            </a:xfrm>
            <a:custGeom>
              <a:avLst/>
              <a:gdLst>
                <a:gd name="T0" fmla="*/ 1920 w 1920"/>
                <a:gd name="T1" fmla="*/ 263 h 263"/>
                <a:gd name="T2" fmla="*/ 1155 w 1920"/>
                <a:gd name="T3" fmla="*/ 28 h 263"/>
                <a:gd name="T4" fmla="*/ 0 w 1920"/>
                <a:gd name="T5" fmla="*/ 59 h 263"/>
              </a:gdLst>
              <a:ahLst/>
              <a:cxnLst>
                <a:cxn ang="0">
                  <a:pos x="T0" y="T1"/>
                </a:cxn>
                <a:cxn ang="0">
                  <a:pos x="T2" y="T3"/>
                </a:cxn>
                <a:cxn ang="0">
                  <a:pos x="T4" y="T5"/>
                </a:cxn>
              </a:cxnLst>
              <a:rect l="0" t="0" r="r" b="b"/>
              <a:pathLst>
                <a:path w="1920" h="263">
                  <a:moveTo>
                    <a:pt x="1920" y="263"/>
                  </a:moveTo>
                  <a:cubicBezTo>
                    <a:pt x="1671" y="92"/>
                    <a:pt x="1458" y="53"/>
                    <a:pt x="1155" y="28"/>
                  </a:cubicBezTo>
                  <a:cubicBezTo>
                    <a:pt x="807" y="0"/>
                    <a:pt x="479" y="6"/>
                    <a:pt x="0" y="59"/>
                  </a:cubicBezTo>
                </a:path>
              </a:pathLst>
            </a:custGeom>
            <a:noFill/>
            <a:ln w="63500" cap="flat">
              <a:solidFill>
                <a:schemeClr val="accent1"/>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黑体" panose="02010609060101010101" pitchFamily="49" charset="-122"/>
                <a:ea typeface="黑体" panose="02010609060101010101" pitchFamily="49" charset="-122"/>
              </a:endParaRPr>
            </a:p>
          </p:txBody>
        </p:sp>
        <p:sp>
          <p:nvSpPr>
            <p:cNvPr id="52" name="Freeform 18"/>
            <p:cNvSpPr/>
            <p:nvPr/>
          </p:nvSpPr>
          <p:spPr bwMode="auto">
            <a:xfrm>
              <a:off x="6097588" y="3068638"/>
              <a:ext cx="6091238" cy="835025"/>
            </a:xfrm>
            <a:custGeom>
              <a:avLst/>
              <a:gdLst>
                <a:gd name="T0" fmla="*/ 0 w 1920"/>
                <a:gd name="T1" fmla="*/ 263 h 263"/>
                <a:gd name="T2" fmla="*/ 764 w 1920"/>
                <a:gd name="T3" fmla="*/ 28 h 263"/>
                <a:gd name="T4" fmla="*/ 1920 w 1920"/>
                <a:gd name="T5" fmla="*/ 59 h 263"/>
              </a:gdLst>
              <a:ahLst/>
              <a:cxnLst>
                <a:cxn ang="0">
                  <a:pos x="T0" y="T1"/>
                </a:cxn>
                <a:cxn ang="0">
                  <a:pos x="T2" y="T3"/>
                </a:cxn>
                <a:cxn ang="0">
                  <a:pos x="T4" y="T5"/>
                </a:cxn>
              </a:cxnLst>
              <a:rect l="0" t="0" r="r" b="b"/>
              <a:pathLst>
                <a:path w="1920" h="263">
                  <a:moveTo>
                    <a:pt x="0" y="263"/>
                  </a:moveTo>
                  <a:cubicBezTo>
                    <a:pt x="249" y="92"/>
                    <a:pt x="462" y="53"/>
                    <a:pt x="764" y="28"/>
                  </a:cubicBezTo>
                  <a:cubicBezTo>
                    <a:pt x="1112" y="0"/>
                    <a:pt x="1441" y="6"/>
                    <a:pt x="1920" y="59"/>
                  </a:cubicBezTo>
                </a:path>
              </a:pathLst>
            </a:custGeom>
            <a:noFill/>
            <a:ln w="63500" cap="flat">
              <a:solidFill>
                <a:schemeClr val="accent1"/>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黑体" panose="02010609060101010101" pitchFamily="49" charset="-122"/>
                <a:ea typeface="黑体" panose="02010609060101010101" pitchFamily="49" charset="-122"/>
              </a:endParaRPr>
            </a:p>
          </p:txBody>
        </p:sp>
        <p:sp>
          <p:nvSpPr>
            <p:cNvPr id="53" name="Freeform 19"/>
            <p:cNvSpPr/>
            <p:nvPr/>
          </p:nvSpPr>
          <p:spPr bwMode="auto">
            <a:xfrm>
              <a:off x="346075" y="2484438"/>
              <a:ext cx="5751513" cy="1419225"/>
            </a:xfrm>
            <a:custGeom>
              <a:avLst/>
              <a:gdLst>
                <a:gd name="T0" fmla="*/ 1813 w 1813"/>
                <a:gd name="T1" fmla="*/ 447 h 447"/>
                <a:gd name="T2" fmla="*/ 1000 w 1813"/>
                <a:gd name="T3" fmla="*/ 42 h 447"/>
                <a:gd name="T4" fmla="*/ 0 w 1813"/>
                <a:gd name="T5" fmla="*/ 82 h 447"/>
              </a:gdLst>
              <a:ahLst/>
              <a:cxnLst>
                <a:cxn ang="0">
                  <a:pos x="T0" y="T1"/>
                </a:cxn>
                <a:cxn ang="0">
                  <a:pos x="T2" y="T3"/>
                </a:cxn>
                <a:cxn ang="0">
                  <a:pos x="T4" y="T5"/>
                </a:cxn>
              </a:cxnLst>
              <a:rect l="0" t="0" r="r" b="b"/>
              <a:pathLst>
                <a:path w="1813" h="447">
                  <a:moveTo>
                    <a:pt x="1813" y="447"/>
                  </a:moveTo>
                  <a:cubicBezTo>
                    <a:pt x="1682" y="209"/>
                    <a:pt x="1314" y="90"/>
                    <a:pt x="1000" y="42"/>
                  </a:cubicBezTo>
                  <a:cubicBezTo>
                    <a:pt x="723" y="0"/>
                    <a:pt x="385" y="9"/>
                    <a:pt x="0" y="82"/>
                  </a:cubicBezTo>
                </a:path>
              </a:pathLst>
            </a:custGeom>
            <a:noFill/>
            <a:ln w="63500" cap="flat">
              <a:solidFill>
                <a:schemeClr val="accent1"/>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黑体" panose="02010609060101010101" pitchFamily="49" charset="-122"/>
                <a:ea typeface="黑体" panose="02010609060101010101" pitchFamily="49" charset="-122"/>
              </a:endParaRPr>
            </a:p>
          </p:txBody>
        </p:sp>
        <p:sp>
          <p:nvSpPr>
            <p:cNvPr id="54" name="Freeform 20"/>
            <p:cNvSpPr/>
            <p:nvPr/>
          </p:nvSpPr>
          <p:spPr bwMode="auto">
            <a:xfrm>
              <a:off x="765175" y="1903413"/>
              <a:ext cx="5332413" cy="2000250"/>
            </a:xfrm>
            <a:custGeom>
              <a:avLst/>
              <a:gdLst>
                <a:gd name="T0" fmla="*/ 1681 w 1681"/>
                <a:gd name="T1" fmla="*/ 630 h 630"/>
                <a:gd name="T2" fmla="*/ 891 w 1681"/>
                <a:gd name="T3" fmla="*/ 85 h 630"/>
                <a:gd name="T4" fmla="*/ 0 w 1681"/>
                <a:gd name="T5" fmla="*/ 22 h 630"/>
              </a:gdLst>
              <a:ahLst/>
              <a:cxnLst>
                <a:cxn ang="0">
                  <a:pos x="T0" y="T1"/>
                </a:cxn>
                <a:cxn ang="0">
                  <a:pos x="T2" y="T3"/>
                </a:cxn>
                <a:cxn ang="0">
                  <a:pos x="T4" y="T5"/>
                </a:cxn>
              </a:cxnLst>
              <a:rect l="0" t="0" r="r" b="b"/>
              <a:pathLst>
                <a:path w="1681" h="630">
                  <a:moveTo>
                    <a:pt x="1681" y="630"/>
                  </a:moveTo>
                  <a:cubicBezTo>
                    <a:pt x="1557" y="313"/>
                    <a:pt x="1212" y="170"/>
                    <a:pt x="891" y="85"/>
                  </a:cubicBezTo>
                  <a:cubicBezTo>
                    <a:pt x="620" y="13"/>
                    <a:pt x="311" y="0"/>
                    <a:pt x="0" y="22"/>
                  </a:cubicBezTo>
                </a:path>
              </a:pathLst>
            </a:custGeom>
            <a:noFill/>
            <a:ln w="63500" cap="flat">
              <a:solidFill>
                <a:schemeClr val="accent1"/>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黑体" panose="02010609060101010101" pitchFamily="49" charset="-122"/>
                <a:ea typeface="黑体" panose="02010609060101010101" pitchFamily="49" charset="-122"/>
              </a:endParaRPr>
            </a:p>
          </p:txBody>
        </p:sp>
        <p:sp>
          <p:nvSpPr>
            <p:cNvPr id="55" name="Freeform 21"/>
            <p:cNvSpPr/>
            <p:nvPr/>
          </p:nvSpPr>
          <p:spPr bwMode="auto">
            <a:xfrm>
              <a:off x="6097588" y="2878138"/>
              <a:ext cx="6091238" cy="1025525"/>
            </a:xfrm>
            <a:custGeom>
              <a:avLst/>
              <a:gdLst>
                <a:gd name="T0" fmla="*/ 0 w 1920"/>
                <a:gd name="T1" fmla="*/ 323 h 323"/>
                <a:gd name="T2" fmla="*/ 710 w 1920"/>
                <a:gd name="T3" fmla="*/ 38 h 323"/>
                <a:gd name="T4" fmla="*/ 1920 w 1920"/>
                <a:gd name="T5" fmla="*/ 86 h 323"/>
              </a:gdLst>
              <a:ahLst/>
              <a:cxnLst>
                <a:cxn ang="0">
                  <a:pos x="T0" y="T1"/>
                </a:cxn>
                <a:cxn ang="0">
                  <a:pos x="T2" y="T3"/>
                </a:cxn>
                <a:cxn ang="0">
                  <a:pos x="T4" y="T5"/>
                </a:cxn>
              </a:cxnLst>
              <a:rect l="0" t="0" r="r" b="b"/>
              <a:pathLst>
                <a:path w="1920" h="323">
                  <a:moveTo>
                    <a:pt x="0" y="323"/>
                  </a:moveTo>
                  <a:cubicBezTo>
                    <a:pt x="178" y="142"/>
                    <a:pt x="410" y="77"/>
                    <a:pt x="710" y="38"/>
                  </a:cubicBezTo>
                  <a:cubicBezTo>
                    <a:pt x="992" y="2"/>
                    <a:pt x="1425" y="0"/>
                    <a:pt x="1920" y="86"/>
                  </a:cubicBezTo>
                </a:path>
              </a:pathLst>
            </a:custGeom>
            <a:noFill/>
            <a:ln w="63500" cap="flat">
              <a:solidFill>
                <a:schemeClr val="accent1"/>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黑体" panose="02010609060101010101" pitchFamily="49" charset="-122"/>
                <a:ea typeface="黑体" panose="02010609060101010101" pitchFamily="49" charset="-122"/>
              </a:endParaRPr>
            </a:p>
          </p:txBody>
        </p:sp>
        <p:sp>
          <p:nvSpPr>
            <p:cNvPr id="56" name="Freeform 22"/>
            <p:cNvSpPr/>
            <p:nvPr/>
          </p:nvSpPr>
          <p:spPr bwMode="auto">
            <a:xfrm>
              <a:off x="6097588" y="2484438"/>
              <a:ext cx="5751513" cy="1419225"/>
            </a:xfrm>
            <a:custGeom>
              <a:avLst/>
              <a:gdLst>
                <a:gd name="T0" fmla="*/ 0 w 1813"/>
                <a:gd name="T1" fmla="*/ 447 h 447"/>
                <a:gd name="T2" fmla="*/ 813 w 1813"/>
                <a:gd name="T3" fmla="*/ 42 h 447"/>
                <a:gd name="T4" fmla="*/ 1813 w 1813"/>
                <a:gd name="T5" fmla="*/ 82 h 447"/>
              </a:gdLst>
              <a:ahLst/>
              <a:cxnLst>
                <a:cxn ang="0">
                  <a:pos x="T0" y="T1"/>
                </a:cxn>
                <a:cxn ang="0">
                  <a:pos x="T2" y="T3"/>
                </a:cxn>
                <a:cxn ang="0">
                  <a:pos x="T4" y="T5"/>
                </a:cxn>
              </a:cxnLst>
              <a:rect l="0" t="0" r="r" b="b"/>
              <a:pathLst>
                <a:path w="1813" h="447">
                  <a:moveTo>
                    <a:pt x="0" y="447"/>
                  </a:moveTo>
                  <a:cubicBezTo>
                    <a:pt x="130" y="209"/>
                    <a:pt x="498" y="90"/>
                    <a:pt x="813" y="42"/>
                  </a:cubicBezTo>
                  <a:cubicBezTo>
                    <a:pt x="1090" y="0"/>
                    <a:pt x="1428" y="9"/>
                    <a:pt x="1813" y="82"/>
                  </a:cubicBezTo>
                </a:path>
              </a:pathLst>
            </a:custGeom>
            <a:noFill/>
            <a:ln w="63500" cap="flat">
              <a:solidFill>
                <a:schemeClr val="accent1"/>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黑体" panose="02010609060101010101" pitchFamily="49" charset="-122"/>
                <a:ea typeface="黑体" panose="02010609060101010101" pitchFamily="49" charset="-122"/>
              </a:endParaRPr>
            </a:p>
          </p:txBody>
        </p:sp>
        <p:sp>
          <p:nvSpPr>
            <p:cNvPr id="57" name="Freeform 23"/>
            <p:cNvSpPr/>
            <p:nvPr/>
          </p:nvSpPr>
          <p:spPr bwMode="auto">
            <a:xfrm>
              <a:off x="6097588" y="1903413"/>
              <a:ext cx="5332413" cy="2000250"/>
            </a:xfrm>
            <a:custGeom>
              <a:avLst/>
              <a:gdLst>
                <a:gd name="T0" fmla="*/ 0 w 1681"/>
                <a:gd name="T1" fmla="*/ 630 h 630"/>
                <a:gd name="T2" fmla="*/ 790 w 1681"/>
                <a:gd name="T3" fmla="*/ 85 h 630"/>
                <a:gd name="T4" fmla="*/ 1681 w 1681"/>
                <a:gd name="T5" fmla="*/ 22 h 630"/>
              </a:gdLst>
              <a:ahLst/>
              <a:cxnLst>
                <a:cxn ang="0">
                  <a:pos x="T0" y="T1"/>
                </a:cxn>
                <a:cxn ang="0">
                  <a:pos x="T2" y="T3"/>
                </a:cxn>
                <a:cxn ang="0">
                  <a:pos x="T4" y="T5"/>
                </a:cxn>
              </a:cxnLst>
              <a:rect l="0" t="0" r="r" b="b"/>
              <a:pathLst>
                <a:path w="1681" h="630">
                  <a:moveTo>
                    <a:pt x="0" y="630"/>
                  </a:moveTo>
                  <a:cubicBezTo>
                    <a:pt x="124" y="313"/>
                    <a:pt x="469" y="170"/>
                    <a:pt x="790" y="85"/>
                  </a:cubicBezTo>
                  <a:cubicBezTo>
                    <a:pt x="1060" y="13"/>
                    <a:pt x="1369" y="0"/>
                    <a:pt x="1681" y="22"/>
                  </a:cubicBezTo>
                </a:path>
              </a:pathLst>
            </a:custGeom>
            <a:noFill/>
            <a:ln w="63500" cap="flat">
              <a:solidFill>
                <a:schemeClr val="accent1"/>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黑体" panose="02010609060101010101" pitchFamily="49" charset="-122"/>
                <a:ea typeface="黑体" panose="02010609060101010101" pitchFamily="49" charset="-122"/>
              </a:endParaRPr>
            </a:p>
          </p:txBody>
        </p:sp>
      </p:grpSp>
      <p:grpSp>
        <p:nvGrpSpPr>
          <p:cNvPr id="2" name="组合 1"/>
          <p:cNvGrpSpPr/>
          <p:nvPr/>
        </p:nvGrpSpPr>
        <p:grpSpPr bwMode="auto">
          <a:xfrm rot="18900000">
            <a:off x="4156685" y="1498750"/>
            <a:ext cx="718867" cy="722046"/>
            <a:chOff x="5394325" y="2859088"/>
            <a:chExt cx="358775" cy="360362"/>
          </a:xfrm>
          <a:solidFill>
            <a:srgbClr val="27506E"/>
          </a:solidFill>
        </p:grpSpPr>
        <p:sp>
          <p:nvSpPr>
            <p:cNvPr id="19" name="AutoShape 37"/>
            <p:cNvSpPr/>
            <p:nvPr/>
          </p:nvSpPr>
          <p:spPr bwMode="auto">
            <a:xfrm>
              <a:off x="5394485" y="2892265"/>
              <a:ext cx="327025" cy="325438"/>
            </a:xfrm>
            <a:custGeom>
              <a:avLst/>
              <a:gdLst>
                <a:gd name="T0" fmla="+- 0 10849 98"/>
                <a:gd name="T1" fmla="*/ T0 w 21502"/>
                <a:gd name="T2" fmla="*/ 10800 h 21600"/>
                <a:gd name="T3" fmla="+- 0 10849 98"/>
                <a:gd name="T4" fmla="*/ T3 w 21502"/>
                <a:gd name="T5" fmla="*/ 10800 h 21600"/>
                <a:gd name="T6" fmla="+- 0 10849 98"/>
                <a:gd name="T7" fmla="*/ T6 w 21502"/>
                <a:gd name="T8" fmla="*/ 10800 h 21600"/>
                <a:gd name="T9" fmla="+- 0 10849 98"/>
                <a:gd name="T10" fmla="*/ T9 w 21502"/>
                <a:gd name="T11" fmla="*/ 10800 h 21600"/>
              </a:gdLst>
              <a:ahLst/>
              <a:cxnLst>
                <a:cxn ang="0">
                  <a:pos x="T1" y="T2"/>
                </a:cxn>
                <a:cxn ang="0">
                  <a:pos x="T4" y="T5"/>
                </a:cxn>
                <a:cxn ang="0">
                  <a:pos x="T7" y="T8"/>
                </a:cxn>
                <a:cxn ang="0">
                  <a:pos x="T10" y="T11"/>
                </a:cxn>
              </a:cxnLst>
              <a:rect l="0" t="0" r="r" b="b"/>
              <a:pathLst>
                <a:path w="21502" h="21600">
                  <a:moveTo>
                    <a:pt x="19917" y="7880"/>
                  </a:moveTo>
                  <a:lnTo>
                    <a:pt x="18875" y="8932"/>
                  </a:lnTo>
                  <a:cubicBezTo>
                    <a:pt x="18730" y="9079"/>
                    <a:pt x="18497" y="9079"/>
                    <a:pt x="18353" y="8932"/>
                  </a:cubicBezTo>
                  <a:lnTo>
                    <a:pt x="17048" y="7617"/>
                  </a:lnTo>
                  <a:lnTo>
                    <a:pt x="15991" y="10290"/>
                  </a:lnTo>
                  <a:lnTo>
                    <a:pt x="16080" y="10064"/>
                  </a:lnTo>
                  <a:cubicBezTo>
                    <a:pt x="13859" y="7826"/>
                    <a:pt x="11601" y="7544"/>
                    <a:pt x="9565" y="7291"/>
                  </a:cubicBezTo>
                  <a:cubicBezTo>
                    <a:pt x="8910" y="7210"/>
                    <a:pt x="8276" y="7126"/>
                    <a:pt x="7652" y="6990"/>
                  </a:cubicBezTo>
                  <a:lnTo>
                    <a:pt x="13918" y="4456"/>
                  </a:lnTo>
                  <a:lnTo>
                    <a:pt x="12652" y="3179"/>
                  </a:lnTo>
                  <a:cubicBezTo>
                    <a:pt x="12508" y="3033"/>
                    <a:pt x="12508" y="2798"/>
                    <a:pt x="12652" y="2652"/>
                  </a:cubicBezTo>
                  <a:lnTo>
                    <a:pt x="13695" y="1598"/>
                  </a:lnTo>
                  <a:cubicBezTo>
                    <a:pt x="13840" y="1453"/>
                    <a:pt x="14073" y="1453"/>
                    <a:pt x="14217" y="1598"/>
                  </a:cubicBezTo>
                  <a:lnTo>
                    <a:pt x="19917" y="7353"/>
                  </a:lnTo>
                  <a:cubicBezTo>
                    <a:pt x="20062" y="7499"/>
                    <a:pt x="20062" y="7734"/>
                    <a:pt x="19917" y="7880"/>
                  </a:cubicBezTo>
                  <a:moveTo>
                    <a:pt x="12292" y="19639"/>
                  </a:moveTo>
                  <a:cubicBezTo>
                    <a:pt x="12200" y="19872"/>
                    <a:pt x="11999" y="20044"/>
                    <a:pt x="11756" y="20095"/>
                  </a:cubicBezTo>
                  <a:cubicBezTo>
                    <a:pt x="11700" y="20106"/>
                    <a:pt x="11643" y="20111"/>
                    <a:pt x="11587" y="20110"/>
                  </a:cubicBezTo>
                  <a:cubicBezTo>
                    <a:pt x="11400" y="20105"/>
                    <a:pt x="11219" y="20030"/>
                    <a:pt x="11084" y="19892"/>
                  </a:cubicBezTo>
                  <a:lnTo>
                    <a:pt x="1692" y="10517"/>
                  </a:lnTo>
                  <a:cubicBezTo>
                    <a:pt x="1519" y="10343"/>
                    <a:pt x="1443" y="10094"/>
                    <a:pt x="1488" y="9852"/>
                  </a:cubicBezTo>
                  <a:cubicBezTo>
                    <a:pt x="1533" y="9610"/>
                    <a:pt x="1695" y="9407"/>
                    <a:pt x="1917" y="9308"/>
                  </a:cubicBezTo>
                  <a:lnTo>
                    <a:pt x="6505" y="7453"/>
                  </a:lnTo>
                  <a:cubicBezTo>
                    <a:pt x="9597" y="8490"/>
                    <a:pt x="12689" y="7491"/>
                    <a:pt x="15781" y="10821"/>
                  </a:cubicBezTo>
                  <a:cubicBezTo>
                    <a:pt x="15781" y="10821"/>
                    <a:pt x="12292" y="19639"/>
                    <a:pt x="12292" y="19639"/>
                  </a:cubicBezTo>
                  <a:close/>
                  <a:moveTo>
                    <a:pt x="15260" y="545"/>
                  </a:moveTo>
                  <a:cubicBezTo>
                    <a:pt x="14912" y="193"/>
                    <a:pt x="14449" y="0"/>
                    <a:pt x="13956" y="0"/>
                  </a:cubicBezTo>
                  <a:cubicBezTo>
                    <a:pt x="13463" y="0"/>
                    <a:pt x="13000" y="193"/>
                    <a:pt x="12651" y="546"/>
                  </a:cubicBezTo>
                  <a:lnTo>
                    <a:pt x="11610" y="1598"/>
                  </a:lnTo>
                  <a:cubicBezTo>
                    <a:pt x="11261" y="1949"/>
                    <a:pt x="11068" y="2417"/>
                    <a:pt x="11068" y="2915"/>
                  </a:cubicBezTo>
                  <a:cubicBezTo>
                    <a:pt x="11068" y="3265"/>
                    <a:pt x="11164" y="3601"/>
                    <a:pt x="11342" y="3893"/>
                  </a:cubicBezTo>
                  <a:lnTo>
                    <a:pt x="1324" y="7944"/>
                  </a:lnTo>
                  <a:cubicBezTo>
                    <a:pt x="654" y="8241"/>
                    <a:pt x="173" y="8851"/>
                    <a:pt x="38" y="9575"/>
                  </a:cubicBezTo>
                  <a:cubicBezTo>
                    <a:pt x="-98" y="10302"/>
                    <a:pt x="130" y="11048"/>
                    <a:pt x="654" y="11576"/>
                  </a:cubicBezTo>
                  <a:lnTo>
                    <a:pt x="10041" y="20946"/>
                  </a:lnTo>
                  <a:cubicBezTo>
                    <a:pt x="10445" y="21354"/>
                    <a:pt x="10982" y="21586"/>
                    <a:pt x="11549" y="21599"/>
                  </a:cubicBezTo>
                  <a:cubicBezTo>
                    <a:pt x="11562" y="21599"/>
                    <a:pt x="11593" y="21599"/>
                    <a:pt x="11605" y="21599"/>
                  </a:cubicBezTo>
                  <a:cubicBezTo>
                    <a:pt x="11754" y="21599"/>
                    <a:pt x="11906" y="21584"/>
                    <a:pt x="12056" y="21553"/>
                  </a:cubicBezTo>
                  <a:cubicBezTo>
                    <a:pt x="12789" y="21399"/>
                    <a:pt x="13390" y="20888"/>
                    <a:pt x="13662" y="20191"/>
                  </a:cubicBezTo>
                  <a:lnTo>
                    <a:pt x="17604" y="10229"/>
                  </a:lnTo>
                  <a:cubicBezTo>
                    <a:pt x="17902" y="10426"/>
                    <a:pt x="18250" y="10532"/>
                    <a:pt x="18613" y="10532"/>
                  </a:cubicBezTo>
                  <a:cubicBezTo>
                    <a:pt x="19107" y="10532"/>
                    <a:pt x="19570" y="10338"/>
                    <a:pt x="19918" y="9986"/>
                  </a:cubicBezTo>
                  <a:lnTo>
                    <a:pt x="20957" y="8937"/>
                  </a:lnTo>
                  <a:cubicBezTo>
                    <a:pt x="21308" y="8585"/>
                    <a:pt x="21502" y="8116"/>
                    <a:pt x="21502" y="7617"/>
                  </a:cubicBezTo>
                  <a:cubicBezTo>
                    <a:pt x="21502" y="7117"/>
                    <a:pt x="21308" y="6648"/>
                    <a:pt x="20961" y="6300"/>
                  </a:cubicBezTo>
                  <a:cubicBezTo>
                    <a:pt x="20961" y="6300"/>
                    <a:pt x="15260" y="545"/>
                    <a:pt x="15260" y="545"/>
                  </a:cubicBezTo>
                  <a:close/>
                </a:path>
              </a:pathLst>
            </a:custGeom>
            <a:grpFill/>
            <a:ln>
              <a:noFill/>
            </a:ln>
            <a:effectLst/>
          </p:spPr>
          <p:txBody>
            <a:bodyPr lIns="19050" tIns="19050" rIns="19050" bIns="19050" anchor="ctr"/>
            <a:lstStyle/>
            <a:p>
              <a:pPr marL="0" marR="0" lvl="0" indent="0" algn="ctr" defTabSz="228600" eaLnBrk="1" fontAlgn="auto" latinLnBrk="0" hangingPunct="1">
                <a:lnSpc>
                  <a:spcPct val="100000"/>
                </a:lnSpc>
                <a:spcBef>
                  <a:spcPts val="0"/>
                </a:spcBef>
                <a:spcAft>
                  <a:spcPts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黑体" panose="02010609060101010101" pitchFamily="49" charset="-122"/>
                <a:ea typeface="黑体" panose="02010609060101010101" pitchFamily="49" charset="-122"/>
                <a:sym typeface="Gill Sans" charset="0"/>
              </a:endParaRPr>
            </a:p>
          </p:txBody>
        </p:sp>
        <p:sp>
          <p:nvSpPr>
            <p:cNvPr id="20" name="AutoShape 38"/>
            <p:cNvSpPr/>
            <p:nvPr/>
          </p:nvSpPr>
          <p:spPr bwMode="auto">
            <a:xfrm>
              <a:off x="5552105" y="3033377"/>
              <a:ext cx="55563" cy="5556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4320"/>
                  </a:moveTo>
                  <a:cubicBezTo>
                    <a:pt x="14381" y="4320"/>
                    <a:pt x="17279" y="7222"/>
                    <a:pt x="17279" y="10800"/>
                  </a:cubicBezTo>
                  <a:cubicBezTo>
                    <a:pt x="17279" y="14377"/>
                    <a:pt x="14381" y="17279"/>
                    <a:pt x="10800" y="17279"/>
                  </a:cubicBezTo>
                  <a:cubicBezTo>
                    <a:pt x="7218" y="17279"/>
                    <a:pt x="4319" y="14377"/>
                    <a:pt x="4319" y="10800"/>
                  </a:cubicBezTo>
                  <a:cubicBezTo>
                    <a:pt x="4319" y="7222"/>
                    <a:pt x="7218" y="4320"/>
                    <a:pt x="10800" y="4320"/>
                  </a:cubicBezTo>
                  <a:moveTo>
                    <a:pt x="10800" y="21599"/>
                  </a:moveTo>
                  <a:cubicBezTo>
                    <a:pt x="16752" y="21599"/>
                    <a:pt x="21600" y="16756"/>
                    <a:pt x="21600" y="10800"/>
                  </a:cubicBezTo>
                  <a:cubicBezTo>
                    <a:pt x="21600" y="4843"/>
                    <a:pt x="16752" y="0"/>
                    <a:pt x="10800" y="0"/>
                  </a:cubicBezTo>
                  <a:cubicBezTo>
                    <a:pt x="4847" y="0"/>
                    <a:pt x="0" y="4843"/>
                    <a:pt x="0" y="10800"/>
                  </a:cubicBezTo>
                  <a:cubicBezTo>
                    <a:pt x="0" y="16756"/>
                    <a:pt x="4847" y="21599"/>
                    <a:pt x="10800" y="21599"/>
                  </a:cubicBezTo>
                </a:path>
              </a:pathLst>
            </a:custGeom>
            <a:grpFill/>
            <a:ln>
              <a:noFill/>
            </a:ln>
            <a:effectLst/>
          </p:spPr>
          <p:txBody>
            <a:bodyPr lIns="19050" tIns="19050" rIns="19050" bIns="19050" anchor="ctr"/>
            <a:lstStyle/>
            <a:p>
              <a:pPr marL="0" marR="0" lvl="0" indent="0" algn="ctr" defTabSz="228600" eaLnBrk="1" fontAlgn="auto" latinLnBrk="0" hangingPunct="1">
                <a:lnSpc>
                  <a:spcPct val="100000"/>
                </a:lnSpc>
                <a:spcBef>
                  <a:spcPts val="0"/>
                </a:spcBef>
                <a:spcAft>
                  <a:spcPts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黑体" panose="02010609060101010101" pitchFamily="49" charset="-122"/>
                <a:ea typeface="黑体" panose="02010609060101010101" pitchFamily="49" charset="-122"/>
                <a:sym typeface="Gill Sans" charset="0"/>
              </a:endParaRPr>
            </a:p>
          </p:txBody>
        </p:sp>
        <p:sp>
          <p:nvSpPr>
            <p:cNvPr id="21" name="AutoShape 39"/>
            <p:cNvSpPr/>
            <p:nvPr/>
          </p:nvSpPr>
          <p:spPr bwMode="auto">
            <a:xfrm>
              <a:off x="5696350" y="2852417"/>
              <a:ext cx="55563" cy="5715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17279"/>
                  </a:moveTo>
                  <a:cubicBezTo>
                    <a:pt x="7218" y="17279"/>
                    <a:pt x="4320" y="14377"/>
                    <a:pt x="4320" y="10800"/>
                  </a:cubicBezTo>
                  <a:cubicBezTo>
                    <a:pt x="4320" y="7222"/>
                    <a:pt x="7218" y="4320"/>
                    <a:pt x="10800" y="4320"/>
                  </a:cubicBezTo>
                  <a:cubicBezTo>
                    <a:pt x="14381" y="4320"/>
                    <a:pt x="17280" y="7222"/>
                    <a:pt x="17280" y="10800"/>
                  </a:cubicBezTo>
                  <a:cubicBezTo>
                    <a:pt x="17280" y="14377"/>
                    <a:pt x="14381" y="17279"/>
                    <a:pt x="10800" y="17279"/>
                  </a:cubicBezTo>
                  <a:moveTo>
                    <a:pt x="10800" y="0"/>
                  </a:moveTo>
                  <a:cubicBezTo>
                    <a:pt x="4847" y="0"/>
                    <a:pt x="0" y="4843"/>
                    <a:pt x="0" y="10800"/>
                  </a:cubicBezTo>
                  <a:cubicBezTo>
                    <a:pt x="0" y="16756"/>
                    <a:pt x="4847" y="21599"/>
                    <a:pt x="10800" y="21599"/>
                  </a:cubicBezTo>
                  <a:cubicBezTo>
                    <a:pt x="16752" y="21599"/>
                    <a:pt x="21600" y="16756"/>
                    <a:pt x="21600" y="10800"/>
                  </a:cubicBezTo>
                  <a:cubicBezTo>
                    <a:pt x="21600" y="4843"/>
                    <a:pt x="16752" y="0"/>
                    <a:pt x="10800" y="0"/>
                  </a:cubicBezTo>
                </a:path>
              </a:pathLst>
            </a:custGeom>
            <a:grpFill/>
            <a:ln>
              <a:noFill/>
            </a:ln>
            <a:effectLst/>
          </p:spPr>
          <p:txBody>
            <a:bodyPr lIns="19050" tIns="19050" rIns="19050" bIns="19050" anchor="ctr"/>
            <a:lstStyle/>
            <a:p>
              <a:pPr marL="0" marR="0" lvl="0" indent="0" algn="ctr" defTabSz="228600" eaLnBrk="1" fontAlgn="auto" latinLnBrk="0" hangingPunct="1">
                <a:lnSpc>
                  <a:spcPct val="100000"/>
                </a:lnSpc>
                <a:spcBef>
                  <a:spcPts val="0"/>
                </a:spcBef>
                <a:spcAft>
                  <a:spcPts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黑体" panose="02010609060101010101" pitchFamily="49" charset="-122"/>
                <a:ea typeface="黑体" panose="02010609060101010101" pitchFamily="49" charset="-122"/>
                <a:sym typeface="Gill Sans" charset="0"/>
              </a:endParaRPr>
            </a:p>
          </p:txBody>
        </p:sp>
        <p:sp>
          <p:nvSpPr>
            <p:cNvPr id="22" name="AutoShape 40"/>
            <p:cNvSpPr/>
            <p:nvPr/>
          </p:nvSpPr>
          <p:spPr bwMode="auto">
            <a:xfrm>
              <a:off x="5483342" y="3020412"/>
              <a:ext cx="46038" cy="4445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5400"/>
                  </a:moveTo>
                  <a:cubicBezTo>
                    <a:pt x="13779" y="5400"/>
                    <a:pt x="16199" y="7815"/>
                    <a:pt x="16199" y="10800"/>
                  </a:cubicBezTo>
                  <a:cubicBezTo>
                    <a:pt x="16199" y="13784"/>
                    <a:pt x="13779" y="16200"/>
                    <a:pt x="10800" y="16200"/>
                  </a:cubicBezTo>
                  <a:cubicBezTo>
                    <a:pt x="7820" y="16200"/>
                    <a:pt x="5399" y="13784"/>
                    <a:pt x="5399" y="10800"/>
                  </a:cubicBezTo>
                  <a:cubicBezTo>
                    <a:pt x="5399" y="7815"/>
                    <a:pt x="7820" y="5400"/>
                    <a:pt x="10800" y="5400"/>
                  </a:cubicBezTo>
                  <a:moveTo>
                    <a:pt x="0" y="10800"/>
                  </a:moveTo>
                  <a:cubicBezTo>
                    <a:pt x="0" y="16753"/>
                    <a:pt x="4843" y="21599"/>
                    <a:pt x="10800" y="21599"/>
                  </a:cubicBezTo>
                  <a:cubicBezTo>
                    <a:pt x="16756" y="21599"/>
                    <a:pt x="21600" y="16753"/>
                    <a:pt x="21600" y="10800"/>
                  </a:cubicBezTo>
                  <a:cubicBezTo>
                    <a:pt x="21600" y="4846"/>
                    <a:pt x="16756" y="0"/>
                    <a:pt x="10800" y="0"/>
                  </a:cubicBezTo>
                  <a:cubicBezTo>
                    <a:pt x="4843" y="0"/>
                    <a:pt x="0" y="4846"/>
                    <a:pt x="0" y="10800"/>
                  </a:cubicBezTo>
                </a:path>
              </a:pathLst>
            </a:custGeom>
            <a:grpFill/>
            <a:ln>
              <a:noFill/>
            </a:ln>
            <a:effectLst/>
          </p:spPr>
          <p:txBody>
            <a:bodyPr lIns="19050" tIns="19050" rIns="19050" bIns="19050" anchor="ctr"/>
            <a:lstStyle/>
            <a:p>
              <a:pPr marL="0" marR="0" lvl="0" indent="0" algn="ctr" defTabSz="228600" eaLnBrk="1" fontAlgn="auto" latinLnBrk="0" hangingPunct="1">
                <a:lnSpc>
                  <a:spcPct val="100000"/>
                </a:lnSpc>
                <a:spcBef>
                  <a:spcPts val="0"/>
                </a:spcBef>
                <a:spcAft>
                  <a:spcPts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黑体" panose="02010609060101010101" pitchFamily="49" charset="-122"/>
                <a:ea typeface="黑体" panose="02010609060101010101" pitchFamily="49" charset="-122"/>
                <a:sym typeface="Gill Sans" charset="0"/>
              </a:endParaRPr>
            </a:p>
          </p:txBody>
        </p:sp>
        <p:sp>
          <p:nvSpPr>
            <p:cNvPr id="23" name="AutoShape 41"/>
            <p:cNvSpPr/>
            <p:nvPr/>
          </p:nvSpPr>
          <p:spPr bwMode="auto">
            <a:xfrm>
              <a:off x="5526118" y="3100560"/>
              <a:ext cx="22225" cy="2222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21599"/>
                  </a:moveTo>
                  <a:cubicBezTo>
                    <a:pt x="16758" y="21599"/>
                    <a:pt x="21600" y="16769"/>
                    <a:pt x="21600" y="10800"/>
                  </a:cubicBezTo>
                  <a:cubicBezTo>
                    <a:pt x="21600" y="4830"/>
                    <a:pt x="16758" y="0"/>
                    <a:pt x="10800" y="0"/>
                  </a:cubicBezTo>
                  <a:cubicBezTo>
                    <a:pt x="4841" y="0"/>
                    <a:pt x="0" y="4830"/>
                    <a:pt x="0" y="10800"/>
                  </a:cubicBezTo>
                  <a:cubicBezTo>
                    <a:pt x="0" y="16769"/>
                    <a:pt x="4841" y="21599"/>
                    <a:pt x="10800" y="21599"/>
                  </a:cubicBezTo>
                </a:path>
              </a:pathLst>
            </a:custGeom>
            <a:grpFill/>
            <a:ln>
              <a:noFill/>
            </a:ln>
            <a:effectLst/>
          </p:spPr>
          <p:txBody>
            <a:bodyPr lIns="19050" tIns="19050" rIns="19050" bIns="19050" anchor="ctr"/>
            <a:lstStyle/>
            <a:p>
              <a:pPr marL="0" marR="0" lvl="0" indent="0" algn="ctr" defTabSz="228600" eaLnBrk="1" fontAlgn="auto" latinLnBrk="0" hangingPunct="1">
                <a:lnSpc>
                  <a:spcPct val="100000"/>
                </a:lnSpc>
                <a:spcBef>
                  <a:spcPts val="0"/>
                </a:spcBef>
                <a:spcAft>
                  <a:spcPts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黑体" panose="02010609060101010101" pitchFamily="49" charset="-122"/>
                <a:ea typeface="黑体" panose="02010609060101010101" pitchFamily="49" charset="-122"/>
                <a:sym typeface="Gill Sans" charset="0"/>
              </a:endParaRPr>
            </a:p>
          </p:txBody>
        </p:sp>
        <p:sp>
          <p:nvSpPr>
            <p:cNvPr id="24" name="AutoShape 42"/>
            <p:cNvSpPr/>
            <p:nvPr/>
          </p:nvSpPr>
          <p:spPr bwMode="auto">
            <a:xfrm>
              <a:off x="5707968" y="2932180"/>
              <a:ext cx="22225" cy="2222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0"/>
                  </a:moveTo>
                  <a:cubicBezTo>
                    <a:pt x="4841" y="0"/>
                    <a:pt x="0" y="4830"/>
                    <a:pt x="0" y="10800"/>
                  </a:cubicBezTo>
                  <a:cubicBezTo>
                    <a:pt x="0" y="16769"/>
                    <a:pt x="4841" y="21599"/>
                    <a:pt x="10800" y="21599"/>
                  </a:cubicBezTo>
                  <a:cubicBezTo>
                    <a:pt x="16758" y="21599"/>
                    <a:pt x="21600" y="16769"/>
                    <a:pt x="21600" y="10800"/>
                  </a:cubicBezTo>
                  <a:cubicBezTo>
                    <a:pt x="21600" y="4830"/>
                    <a:pt x="16758" y="0"/>
                    <a:pt x="10800" y="0"/>
                  </a:cubicBezTo>
                </a:path>
              </a:pathLst>
            </a:custGeom>
            <a:grpFill/>
            <a:ln>
              <a:noFill/>
            </a:ln>
            <a:effectLst/>
          </p:spPr>
          <p:txBody>
            <a:bodyPr lIns="19050" tIns="19050" rIns="19050" bIns="19050" anchor="ctr"/>
            <a:lstStyle/>
            <a:p>
              <a:pPr marL="0" marR="0" lvl="0" indent="0" algn="ctr" defTabSz="228600" eaLnBrk="1" fontAlgn="auto" latinLnBrk="0" hangingPunct="1">
                <a:lnSpc>
                  <a:spcPct val="100000"/>
                </a:lnSpc>
                <a:spcBef>
                  <a:spcPts val="0"/>
                </a:spcBef>
                <a:spcAft>
                  <a:spcPts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黑体" panose="02010609060101010101" pitchFamily="49" charset="-122"/>
                <a:ea typeface="黑体" panose="02010609060101010101" pitchFamily="49" charset="-122"/>
                <a:sym typeface="Gill Sans" charset="0"/>
              </a:endParaRPr>
            </a:p>
          </p:txBody>
        </p:sp>
      </p:grpSp>
      <p:pic>
        <p:nvPicPr>
          <p:cNvPr id="4" name="图片 3"/>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8290290" y="64896"/>
            <a:ext cx="790862" cy="798578"/>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mc:Choice>
    <mc:Fallback>
      <p:transition spd="slow"/>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8" name="直接连接符 157"/>
          <p:cNvCxnSpPr/>
          <p:nvPr/>
        </p:nvCxnSpPr>
        <p:spPr>
          <a:xfrm>
            <a:off x="1005739" y="723317"/>
            <a:ext cx="275417"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64" name="图片 63"/>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8290290" y="64896"/>
            <a:ext cx="790862" cy="798578"/>
          </a:xfrm>
          <a:prstGeom prst="rect">
            <a:avLst/>
          </a:prstGeom>
        </p:spPr>
      </p:pic>
      <p:sp>
        <p:nvSpPr>
          <p:cNvPr id="2" name="文本框 1"/>
          <p:cNvSpPr txBox="1"/>
          <p:nvPr/>
        </p:nvSpPr>
        <p:spPr>
          <a:xfrm>
            <a:off x="259080" y="257810"/>
            <a:ext cx="3794125" cy="398780"/>
          </a:xfrm>
          <a:prstGeom prst="rect">
            <a:avLst/>
          </a:prstGeom>
          <a:noFill/>
        </p:spPr>
        <p:txBody>
          <a:bodyPr wrap="square">
            <a:spAutoFit/>
          </a:bodyPr>
          <a:lstStyle/>
          <a:p>
            <a:r>
              <a:rPr lang="zh-CN" altLang="en-US" sz="2000" b="1" dirty="0">
                <a:solidFill>
                  <a:srgbClr val="27506E"/>
                </a:solidFill>
                <a:latin typeface="宋体" panose="02010600030101010101" pitchFamily="2" charset="-122"/>
                <a:ea typeface="宋体" panose="02010600030101010101" pitchFamily="2" charset="-122"/>
              </a:rPr>
              <a:t>大语言</a:t>
            </a:r>
            <a:r>
              <a:rPr lang="zh-CN" altLang="en-US" sz="2000" b="1" dirty="0">
                <a:solidFill>
                  <a:srgbClr val="27506E"/>
                </a:solidFill>
                <a:latin typeface="宋体" panose="02010600030101010101" pitchFamily="2" charset="-122"/>
                <a:ea typeface="宋体" panose="02010600030101010101" pitchFamily="2" charset="-122"/>
              </a:rPr>
              <a:t>模型应用</a:t>
            </a:r>
            <a:endParaRPr lang="zh-CN" altLang="en-US" sz="2000" b="1" dirty="0">
              <a:solidFill>
                <a:srgbClr val="27506E"/>
              </a:solidFill>
              <a:latin typeface="宋体" panose="02010600030101010101" pitchFamily="2" charset="-122"/>
              <a:ea typeface="宋体" panose="02010600030101010101" pitchFamily="2" charset="-122"/>
            </a:endParaRPr>
          </a:p>
        </p:txBody>
      </p:sp>
      <p:pic>
        <p:nvPicPr>
          <p:cNvPr id="4" name="图片 3"/>
          <p:cNvPicPr>
            <a:picLocks noChangeAspect="1"/>
          </p:cNvPicPr>
          <p:nvPr/>
        </p:nvPicPr>
        <p:blipFill>
          <a:blip r:embed="rId2"/>
          <a:stretch>
            <a:fillRect/>
          </a:stretch>
        </p:blipFill>
        <p:spPr>
          <a:xfrm>
            <a:off x="86360" y="748665"/>
            <a:ext cx="3966845" cy="3936365"/>
          </a:xfrm>
          <a:prstGeom prst="rect">
            <a:avLst/>
          </a:prstGeom>
        </p:spPr>
      </p:pic>
      <p:pic>
        <p:nvPicPr>
          <p:cNvPr id="5" name="图片 4"/>
          <p:cNvPicPr>
            <a:picLocks noChangeAspect="1"/>
          </p:cNvPicPr>
          <p:nvPr/>
        </p:nvPicPr>
        <p:blipFill>
          <a:blip r:embed="rId3"/>
          <a:stretch>
            <a:fillRect/>
          </a:stretch>
        </p:blipFill>
        <p:spPr>
          <a:xfrm>
            <a:off x="4460240" y="808990"/>
            <a:ext cx="4620895" cy="3615055"/>
          </a:xfrm>
          <a:prstGeom prst="rect">
            <a:avLst/>
          </a:prstGeom>
        </p:spPr>
      </p:pic>
      <p:sp>
        <p:nvSpPr>
          <p:cNvPr id="6" name="文本框 5"/>
          <p:cNvSpPr txBox="1"/>
          <p:nvPr/>
        </p:nvSpPr>
        <p:spPr>
          <a:xfrm>
            <a:off x="1347470" y="4777105"/>
            <a:ext cx="1443990" cy="299085"/>
          </a:xfrm>
          <a:prstGeom prst="rect">
            <a:avLst/>
          </a:prstGeom>
          <a:noFill/>
        </p:spPr>
        <p:txBody>
          <a:bodyPr wrap="square" rtlCol="0">
            <a:spAutoFit/>
          </a:bodyPr>
          <a:p>
            <a:r>
              <a:rPr lang="zh-CN" altLang="en-US">
                <a:latin typeface="宋体" panose="02010600030101010101" pitchFamily="2" charset="-122"/>
                <a:ea typeface="宋体" panose="02010600030101010101" pitchFamily="2" charset="-122"/>
              </a:rPr>
              <a:t>膳食推荐提示词</a:t>
            </a:r>
            <a:endParaRPr lang="zh-CN" altLang="en-US">
              <a:latin typeface="宋体" panose="02010600030101010101" pitchFamily="2" charset="-122"/>
              <a:ea typeface="宋体" panose="02010600030101010101" pitchFamily="2" charset="-122"/>
            </a:endParaRPr>
          </a:p>
        </p:txBody>
      </p:sp>
      <p:sp>
        <p:nvSpPr>
          <p:cNvPr id="7" name="文本框 6"/>
          <p:cNvSpPr txBox="1"/>
          <p:nvPr/>
        </p:nvSpPr>
        <p:spPr>
          <a:xfrm>
            <a:off x="6049010" y="4545330"/>
            <a:ext cx="1443990" cy="299085"/>
          </a:xfrm>
          <a:prstGeom prst="rect">
            <a:avLst/>
          </a:prstGeom>
          <a:noFill/>
        </p:spPr>
        <p:txBody>
          <a:bodyPr wrap="square" rtlCol="0">
            <a:spAutoFit/>
          </a:bodyPr>
          <a:p>
            <a:r>
              <a:rPr lang="zh-CN" altLang="en-US">
                <a:latin typeface="宋体" panose="02010600030101010101" pitchFamily="2" charset="-122"/>
                <a:ea typeface="宋体" panose="02010600030101010101" pitchFamily="2" charset="-122"/>
              </a:rPr>
              <a:t>健康</a:t>
            </a:r>
            <a:r>
              <a:rPr lang="zh-CN" altLang="en-US">
                <a:latin typeface="宋体" panose="02010600030101010101" pitchFamily="2" charset="-122"/>
                <a:ea typeface="宋体" panose="02010600030101010101" pitchFamily="2" charset="-122"/>
              </a:rPr>
              <a:t>建议提示词</a:t>
            </a:r>
            <a:endParaRPr lang="zh-CN" altLang="en-US">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1500"/>
    </mc:Choice>
    <mc:Fallback>
      <p:transition spd="slow"/>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8" name="直接连接符 157"/>
          <p:cNvCxnSpPr/>
          <p:nvPr/>
        </p:nvCxnSpPr>
        <p:spPr>
          <a:xfrm>
            <a:off x="1005739" y="723317"/>
            <a:ext cx="275417"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64" name="图片 63"/>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8290290" y="64896"/>
            <a:ext cx="790862" cy="798578"/>
          </a:xfrm>
          <a:prstGeom prst="rect">
            <a:avLst/>
          </a:prstGeom>
        </p:spPr>
      </p:pic>
      <p:sp>
        <p:nvSpPr>
          <p:cNvPr id="2" name="文本框 1"/>
          <p:cNvSpPr txBox="1"/>
          <p:nvPr/>
        </p:nvSpPr>
        <p:spPr>
          <a:xfrm>
            <a:off x="259080" y="257810"/>
            <a:ext cx="3794125" cy="398780"/>
          </a:xfrm>
          <a:prstGeom prst="rect">
            <a:avLst/>
          </a:prstGeom>
          <a:noFill/>
        </p:spPr>
        <p:txBody>
          <a:bodyPr wrap="square">
            <a:spAutoFit/>
          </a:bodyPr>
          <a:lstStyle/>
          <a:p>
            <a:r>
              <a:rPr lang="zh-CN" altLang="en-US" sz="2000" b="1" dirty="0">
                <a:solidFill>
                  <a:srgbClr val="27506E"/>
                </a:solidFill>
                <a:latin typeface="宋体" panose="02010600030101010101" pitchFamily="2" charset="-122"/>
                <a:ea typeface="宋体" panose="02010600030101010101" pitchFamily="2" charset="-122"/>
              </a:rPr>
              <a:t>大语言</a:t>
            </a:r>
            <a:r>
              <a:rPr lang="zh-CN" altLang="en-US" sz="2000" b="1" dirty="0">
                <a:solidFill>
                  <a:srgbClr val="27506E"/>
                </a:solidFill>
                <a:latin typeface="宋体" panose="02010600030101010101" pitchFamily="2" charset="-122"/>
                <a:ea typeface="宋体" panose="02010600030101010101" pitchFamily="2" charset="-122"/>
              </a:rPr>
              <a:t>模型应用</a:t>
            </a:r>
            <a:endParaRPr lang="zh-CN" altLang="en-US" sz="2000" b="1" dirty="0">
              <a:solidFill>
                <a:srgbClr val="27506E"/>
              </a:solidFill>
              <a:latin typeface="宋体" panose="02010600030101010101" pitchFamily="2" charset="-122"/>
              <a:ea typeface="宋体" panose="02010600030101010101" pitchFamily="2" charset="-122"/>
            </a:endParaRPr>
          </a:p>
        </p:txBody>
      </p:sp>
      <p:sp>
        <p:nvSpPr>
          <p:cNvPr id="6" name="文本框 5"/>
          <p:cNvSpPr txBox="1"/>
          <p:nvPr/>
        </p:nvSpPr>
        <p:spPr>
          <a:xfrm>
            <a:off x="1510030" y="3942080"/>
            <a:ext cx="1292860" cy="299085"/>
          </a:xfrm>
          <a:prstGeom prst="rect">
            <a:avLst/>
          </a:prstGeom>
          <a:noFill/>
        </p:spPr>
        <p:txBody>
          <a:bodyPr wrap="square" rtlCol="0">
            <a:spAutoFit/>
          </a:bodyPr>
          <a:p>
            <a:r>
              <a:rPr lang="zh-CN" altLang="en-US">
                <a:latin typeface="宋体" panose="02010600030101010101" pitchFamily="2" charset="-122"/>
                <a:ea typeface="宋体" panose="02010600030101010101" pitchFamily="2" charset="-122"/>
              </a:rPr>
              <a:t>膳食推荐</a:t>
            </a:r>
            <a:r>
              <a:rPr lang="zh-CN" altLang="en-US">
                <a:latin typeface="宋体" panose="02010600030101010101" pitchFamily="2" charset="-122"/>
                <a:ea typeface="宋体" panose="02010600030101010101" pitchFamily="2" charset="-122"/>
              </a:rPr>
              <a:t>示例</a:t>
            </a:r>
            <a:endParaRPr lang="zh-CN" altLang="en-US">
              <a:latin typeface="宋体" panose="02010600030101010101" pitchFamily="2" charset="-122"/>
              <a:ea typeface="宋体" panose="02010600030101010101" pitchFamily="2" charset="-122"/>
            </a:endParaRPr>
          </a:p>
        </p:txBody>
      </p:sp>
      <p:sp>
        <p:nvSpPr>
          <p:cNvPr id="7" name="文本框 6"/>
          <p:cNvSpPr txBox="1"/>
          <p:nvPr/>
        </p:nvSpPr>
        <p:spPr>
          <a:xfrm>
            <a:off x="5974080" y="3942080"/>
            <a:ext cx="1443990" cy="299085"/>
          </a:xfrm>
          <a:prstGeom prst="rect">
            <a:avLst/>
          </a:prstGeom>
          <a:noFill/>
        </p:spPr>
        <p:txBody>
          <a:bodyPr wrap="square" rtlCol="0">
            <a:spAutoFit/>
          </a:bodyPr>
          <a:p>
            <a:r>
              <a:rPr lang="zh-CN" altLang="en-US">
                <a:latin typeface="宋体" panose="02010600030101010101" pitchFamily="2" charset="-122"/>
                <a:ea typeface="宋体" panose="02010600030101010101" pitchFamily="2" charset="-122"/>
              </a:rPr>
              <a:t>健康</a:t>
            </a:r>
            <a:r>
              <a:rPr lang="zh-CN" altLang="en-US">
                <a:latin typeface="宋体" panose="02010600030101010101" pitchFamily="2" charset="-122"/>
                <a:ea typeface="宋体" panose="02010600030101010101" pitchFamily="2" charset="-122"/>
              </a:rPr>
              <a:t>建议示例</a:t>
            </a:r>
            <a:endParaRPr lang="zh-CN" altLang="en-US">
              <a:latin typeface="宋体" panose="02010600030101010101" pitchFamily="2" charset="-122"/>
              <a:ea typeface="宋体" panose="02010600030101010101" pitchFamily="2" charset="-122"/>
            </a:endParaRPr>
          </a:p>
        </p:txBody>
      </p:sp>
      <p:pic>
        <p:nvPicPr>
          <p:cNvPr id="3" name="图片 2" descr="膳食推荐"/>
          <p:cNvPicPr>
            <a:picLocks noChangeAspect="1"/>
          </p:cNvPicPr>
          <p:nvPr/>
        </p:nvPicPr>
        <p:blipFill>
          <a:blip r:embed="rId2"/>
          <a:stretch>
            <a:fillRect/>
          </a:stretch>
        </p:blipFill>
        <p:spPr>
          <a:xfrm>
            <a:off x="100965" y="1764665"/>
            <a:ext cx="4312285" cy="2087880"/>
          </a:xfrm>
          <a:prstGeom prst="rect">
            <a:avLst/>
          </a:prstGeom>
        </p:spPr>
      </p:pic>
      <p:pic>
        <p:nvPicPr>
          <p:cNvPr id="8" name="图片 7" descr="健康评估"/>
          <p:cNvPicPr>
            <a:picLocks noChangeAspect="1"/>
          </p:cNvPicPr>
          <p:nvPr/>
        </p:nvPicPr>
        <p:blipFill>
          <a:blip r:embed="rId3"/>
          <a:stretch>
            <a:fillRect/>
          </a:stretch>
        </p:blipFill>
        <p:spPr>
          <a:xfrm>
            <a:off x="4476750" y="863600"/>
            <a:ext cx="4438015" cy="298894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mc:Choice>
    <mc:Fallback>
      <p:transition spd="slow"/>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8" name="直接连接符 157"/>
          <p:cNvCxnSpPr/>
          <p:nvPr>
            <p:custDataLst>
              <p:tags r:id="rId1"/>
            </p:custDataLst>
          </p:nvPr>
        </p:nvCxnSpPr>
        <p:spPr>
          <a:xfrm>
            <a:off x="1175919" y="724587"/>
            <a:ext cx="275417"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64" name="图片 6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290290" y="64896"/>
            <a:ext cx="790862" cy="798578"/>
          </a:xfrm>
          <a:prstGeom prst="rect">
            <a:avLst/>
          </a:prstGeom>
        </p:spPr>
      </p:pic>
      <p:sp>
        <p:nvSpPr>
          <p:cNvPr id="2" name="文本框 1"/>
          <p:cNvSpPr txBox="1"/>
          <p:nvPr/>
        </p:nvSpPr>
        <p:spPr>
          <a:xfrm>
            <a:off x="259080" y="257810"/>
            <a:ext cx="3794125" cy="398780"/>
          </a:xfrm>
          <a:prstGeom prst="rect">
            <a:avLst/>
          </a:prstGeom>
          <a:noFill/>
        </p:spPr>
        <p:txBody>
          <a:bodyPr wrap="square">
            <a:spAutoFit/>
          </a:bodyPr>
          <a:lstStyle/>
          <a:p>
            <a:r>
              <a:rPr lang="zh-CN" altLang="en-US" sz="2000" b="1" dirty="0">
                <a:solidFill>
                  <a:srgbClr val="27506E"/>
                </a:solidFill>
                <a:latin typeface="宋体" panose="02010600030101010101" pitchFamily="2" charset="-122"/>
                <a:ea typeface="宋体" panose="02010600030101010101" pitchFamily="2" charset="-122"/>
              </a:rPr>
              <a:t>代谢综合征</a:t>
            </a:r>
            <a:r>
              <a:rPr lang="zh-CN" altLang="en-US" sz="2000" b="1" dirty="0">
                <a:solidFill>
                  <a:srgbClr val="27506E"/>
                </a:solidFill>
                <a:latin typeface="宋体" panose="02010600030101010101" pitchFamily="2" charset="-122"/>
                <a:ea typeface="宋体" panose="02010600030101010101" pitchFamily="2" charset="-122"/>
              </a:rPr>
              <a:t>预测模型</a:t>
            </a:r>
            <a:endParaRPr lang="zh-CN" altLang="en-US" sz="2000" b="1" dirty="0">
              <a:solidFill>
                <a:srgbClr val="27506E"/>
              </a:solidFill>
              <a:latin typeface="宋体" panose="02010600030101010101" pitchFamily="2" charset="-122"/>
              <a:ea typeface="宋体" panose="02010600030101010101" pitchFamily="2" charset="-122"/>
            </a:endParaRPr>
          </a:p>
        </p:txBody>
      </p:sp>
      <p:sp>
        <p:nvSpPr>
          <p:cNvPr id="3" name="标题 1"/>
          <p:cNvSpPr txBox="1"/>
          <p:nvPr>
            <p:custDataLst>
              <p:tags r:id="rId3"/>
            </p:custDataLst>
          </p:nvPr>
        </p:nvSpPr>
        <p:spPr>
          <a:xfrm>
            <a:off x="170180" y="948055"/>
            <a:ext cx="3804285" cy="1651000"/>
          </a:xfrm>
          <a:custGeom>
            <a:avLst/>
            <a:gdLst>
              <a:gd name="connsiteX0" fmla="*/ 84983 w 4755085"/>
              <a:gd name="connsiteY0" fmla="*/ 0 h 1752271"/>
              <a:gd name="connsiteX1" fmla="*/ 4670102 w 4755085"/>
              <a:gd name="connsiteY1" fmla="*/ 0 h 1752271"/>
              <a:gd name="connsiteX2" fmla="*/ 4755085 w 4755085"/>
              <a:gd name="connsiteY2" fmla="*/ 84983 h 1752271"/>
              <a:gd name="connsiteX3" fmla="*/ 4755085 w 4755085"/>
              <a:gd name="connsiteY3" fmla="*/ 1667288 h 1752271"/>
              <a:gd name="connsiteX4" fmla="*/ 4670102 w 4755085"/>
              <a:gd name="connsiteY4" fmla="*/ 1752271 h 1752271"/>
              <a:gd name="connsiteX5" fmla="*/ 84983 w 4755085"/>
              <a:gd name="connsiteY5" fmla="*/ 1752271 h 1752271"/>
              <a:gd name="connsiteX6" fmla="*/ 0 w 4755085"/>
              <a:gd name="connsiteY6" fmla="*/ 1667288 h 1752271"/>
              <a:gd name="connsiteX7" fmla="*/ 0 w 4755085"/>
              <a:gd name="connsiteY7" fmla="*/ 84983 h 1752271"/>
              <a:gd name="connsiteX8" fmla="*/ 84983 w 4755085"/>
              <a:gd name="connsiteY8" fmla="*/ 0 h 1752271"/>
            </a:gdLst>
            <a:ahLst/>
            <a:cxnLst/>
            <a:rect l="l" t="t" r="r" b="b"/>
            <a:pathLst>
              <a:path w="4755085" h="1752271">
                <a:moveTo>
                  <a:pt x="84983" y="0"/>
                </a:moveTo>
                <a:lnTo>
                  <a:pt x="4670102" y="0"/>
                </a:lnTo>
                <a:cubicBezTo>
                  <a:pt x="4717037" y="0"/>
                  <a:pt x="4755085" y="38048"/>
                  <a:pt x="4755085" y="84983"/>
                </a:cubicBezTo>
                <a:lnTo>
                  <a:pt x="4755085" y="1667288"/>
                </a:lnTo>
                <a:cubicBezTo>
                  <a:pt x="4755085" y="1714223"/>
                  <a:pt x="4717037" y="1752271"/>
                  <a:pt x="4670102" y="1752271"/>
                </a:cubicBezTo>
                <a:lnTo>
                  <a:pt x="84983" y="1752271"/>
                </a:lnTo>
                <a:cubicBezTo>
                  <a:pt x="38048" y="1752271"/>
                  <a:pt x="0" y="1714223"/>
                  <a:pt x="0" y="1667288"/>
                </a:cubicBezTo>
                <a:lnTo>
                  <a:pt x="0" y="84983"/>
                </a:lnTo>
                <a:cubicBezTo>
                  <a:pt x="0" y="38048"/>
                  <a:pt x="38048" y="0"/>
                  <a:pt x="84983" y="0"/>
                </a:cubicBezTo>
                <a:close/>
              </a:path>
            </a:pathLst>
          </a:custGeom>
          <a:solidFill>
            <a:schemeClr val="bg1"/>
          </a:solidFill>
          <a:ln w="12700" cap="flat">
            <a:noFill/>
            <a:miter/>
          </a:ln>
          <a:effectLst/>
        </p:spPr>
        <p:txBody>
          <a:bodyPr vert="horz" wrap="square" lIns="91440" tIns="45720" rIns="91440" bIns="45720" rtlCol="0" anchor="ctr"/>
          <a:p>
            <a:pPr algn="ctr">
              <a:lnSpc>
                <a:spcPct val="110000"/>
              </a:lnSpc>
            </a:pPr>
            <a:endParaRPr kumimoji="1" lang="zh-CN" altLang="en-US"/>
          </a:p>
        </p:txBody>
      </p:sp>
      <p:sp>
        <p:nvSpPr>
          <p:cNvPr id="8" name="标题 1"/>
          <p:cNvSpPr txBox="1"/>
          <p:nvPr>
            <p:custDataLst>
              <p:tags r:id="rId4"/>
            </p:custDataLst>
          </p:nvPr>
        </p:nvSpPr>
        <p:spPr>
          <a:xfrm>
            <a:off x="5229860" y="946785"/>
            <a:ext cx="3804285" cy="1651000"/>
          </a:xfrm>
          <a:custGeom>
            <a:avLst/>
            <a:gdLst>
              <a:gd name="connsiteX0" fmla="*/ 84983 w 4755085"/>
              <a:gd name="connsiteY0" fmla="*/ 0 h 1752271"/>
              <a:gd name="connsiteX1" fmla="*/ 4670102 w 4755085"/>
              <a:gd name="connsiteY1" fmla="*/ 0 h 1752271"/>
              <a:gd name="connsiteX2" fmla="*/ 4755085 w 4755085"/>
              <a:gd name="connsiteY2" fmla="*/ 84983 h 1752271"/>
              <a:gd name="connsiteX3" fmla="*/ 4755085 w 4755085"/>
              <a:gd name="connsiteY3" fmla="*/ 1667288 h 1752271"/>
              <a:gd name="connsiteX4" fmla="*/ 4670102 w 4755085"/>
              <a:gd name="connsiteY4" fmla="*/ 1752271 h 1752271"/>
              <a:gd name="connsiteX5" fmla="*/ 84983 w 4755085"/>
              <a:gd name="connsiteY5" fmla="*/ 1752271 h 1752271"/>
              <a:gd name="connsiteX6" fmla="*/ 0 w 4755085"/>
              <a:gd name="connsiteY6" fmla="*/ 1667288 h 1752271"/>
              <a:gd name="connsiteX7" fmla="*/ 0 w 4755085"/>
              <a:gd name="connsiteY7" fmla="*/ 84983 h 1752271"/>
              <a:gd name="connsiteX8" fmla="*/ 84983 w 4755085"/>
              <a:gd name="connsiteY8" fmla="*/ 0 h 1752271"/>
            </a:gdLst>
            <a:ahLst/>
            <a:cxnLst/>
            <a:rect l="l" t="t" r="r" b="b"/>
            <a:pathLst>
              <a:path w="4755085" h="1752271">
                <a:moveTo>
                  <a:pt x="84983" y="0"/>
                </a:moveTo>
                <a:lnTo>
                  <a:pt x="4670102" y="0"/>
                </a:lnTo>
                <a:cubicBezTo>
                  <a:pt x="4717037" y="0"/>
                  <a:pt x="4755085" y="38048"/>
                  <a:pt x="4755085" y="84983"/>
                </a:cubicBezTo>
                <a:lnTo>
                  <a:pt x="4755085" y="1667288"/>
                </a:lnTo>
                <a:cubicBezTo>
                  <a:pt x="4755085" y="1714223"/>
                  <a:pt x="4717037" y="1752271"/>
                  <a:pt x="4670102" y="1752271"/>
                </a:cubicBezTo>
                <a:lnTo>
                  <a:pt x="84983" y="1752271"/>
                </a:lnTo>
                <a:cubicBezTo>
                  <a:pt x="38048" y="1752271"/>
                  <a:pt x="0" y="1714223"/>
                  <a:pt x="0" y="1667288"/>
                </a:cubicBezTo>
                <a:lnTo>
                  <a:pt x="0" y="84983"/>
                </a:lnTo>
                <a:cubicBezTo>
                  <a:pt x="0" y="38048"/>
                  <a:pt x="38048" y="0"/>
                  <a:pt x="84983" y="0"/>
                </a:cubicBezTo>
                <a:close/>
              </a:path>
            </a:pathLst>
          </a:custGeom>
          <a:solidFill>
            <a:schemeClr val="bg1"/>
          </a:solidFill>
          <a:ln w="12700" cap="flat">
            <a:noFill/>
            <a:miter/>
          </a:ln>
          <a:effectLst/>
        </p:spPr>
        <p:txBody>
          <a:bodyPr vert="horz" wrap="square" lIns="91440" tIns="45720" rIns="91440" bIns="45720" rtlCol="0" anchor="ctr"/>
          <a:p>
            <a:pPr algn="ctr">
              <a:lnSpc>
                <a:spcPct val="110000"/>
              </a:lnSpc>
            </a:pPr>
            <a:endParaRPr kumimoji="1" lang="zh-CN" altLang="en-US"/>
          </a:p>
        </p:txBody>
      </p:sp>
      <p:sp>
        <p:nvSpPr>
          <p:cNvPr id="9" name="标题 1"/>
          <p:cNvSpPr txBox="1"/>
          <p:nvPr>
            <p:custDataLst>
              <p:tags r:id="rId5"/>
            </p:custDataLst>
          </p:nvPr>
        </p:nvSpPr>
        <p:spPr>
          <a:xfrm>
            <a:off x="170180" y="3234690"/>
            <a:ext cx="3804285" cy="1651000"/>
          </a:xfrm>
          <a:custGeom>
            <a:avLst/>
            <a:gdLst>
              <a:gd name="connsiteX0" fmla="*/ 84983 w 4755085"/>
              <a:gd name="connsiteY0" fmla="*/ 0 h 1752271"/>
              <a:gd name="connsiteX1" fmla="*/ 4670102 w 4755085"/>
              <a:gd name="connsiteY1" fmla="*/ 0 h 1752271"/>
              <a:gd name="connsiteX2" fmla="*/ 4755085 w 4755085"/>
              <a:gd name="connsiteY2" fmla="*/ 84983 h 1752271"/>
              <a:gd name="connsiteX3" fmla="*/ 4755085 w 4755085"/>
              <a:gd name="connsiteY3" fmla="*/ 1667288 h 1752271"/>
              <a:gd name="connsiteX4" fmla="*/ 4670102 w 4755085"/>
              <a:gd name="connsiteY4" fmla="*/ 1752271 h 1752271"/>
              <a:gd name="connsiteX5" fmla="*/ 84983 w 4755085"/>
              <a:gd name="connsiteY5" fmla="*/ 1752271 h 1752271"/>
              <a:gd name="connsiteX6" fmla="*/ 0 w 4755085"/>
              <a:gd name="connsiteY6" fmla="*/ 1667288 h 1752271"/>
              <a:gd name="connsiteX7" fmla="*/ 0 w 4755085"/>
              <a:gd name="connsiteY7" fmla="*/ 84983 h 1752271"/>
              <a:gd name="connsiteX8" fmla="*/ 84983 w 4755085"/>
              <a:gd name="connsiteY8" fmla="*/ 0 h 1752271"/>
            </a:gdLst>
            <a:ahLst/>
            <a:cxnLst/>
            <a:rect l="l" t="t" r="r" b="b"/>
            <a:pathLst>
              <a:path w="4755085" h="1752271">
                <a:moveTo>
                  <a:pt x="84983" y="0"/>
                </a:moveTo>
                <a:lnTo>
                  <a:pt x="4670102" y="0"/>
                </a:lnTo>
                <a:cubicBezTo>
                  <a:pt x="4717037" y="0"/>
                  <a:pt x="4755085" y="38048"/>
                  <a:pt x="4755085" y="84983"/>
                </a:cubicBezTo>
                <a:lnTo>
                  <a:pt x="4755085" y="1667288"/>
                </a:lnTo>
                <a:cubicBezTo>
                  <a:pt x="4755085" y="1714223"/>
                  <a:pt x="4717037" y="1752271"/>
                  <a:pt x="4670102" y="1752271"/>
                </a:cubicBezTo>
                <a:lnTo>
                  <a:pt x="84983" y="1752271"/>
                </a:lnTo>
                <a:cubicBezTo>
                  <a:pt x="38048" y="1752271"/>
                  <a:pt x="0" y="1714223"/>
                  <a:pt x="0" y="1667288"/>
                </a:cubicBezTo>
                <a:lnTo>
                  <a:pt x="0" y="84983"/>
                </a:lnTo>
                <a:cubicBezTo>
                  <a:pt x="0" y="38048"/>
                  <a:pt x="38048" y="0"/>
                  <a:pt x="84983" y="0"/>
                </a:cubicBezTo>
                <a:close/>
              </a:path>
            </a:pathLst>
          </a:custGeom>
          <a:solidFill>
            <a:schemeClr val="bg1"/>
          </a:solidFill>
          <a:ln w="12700" cap="flat">
            <a:noFill/>
            <a:miter/>
          </a:ln>
          <a:effectLst/>
        </p:spPr>
        <p:txBody>
          <a:bodyPr vert="horz" wrap="square" lIns="91440" tIns="45720" rIns="91440" bIns="45720" rtlCol="0" anchor="ctr"/>
          <a:p>
            <a:pPr algn="ctr">
              <a:lnSpc>
                <a:spcPct val="110000"/>
              </a:lnSpc>
            </a:pPr>
            <a:endParaRPr kumimoji="1" lang="zh-CN" altLang="en-US"/>
          </a:p>
        </p:txBody>
      </p:sp>
      <p:sp>
        <p:nvSpPr>
          <p:cNvPr id="10" name="标题 1"/>
          <p:cNvSpPr txBox="1"/>
          <p:nvPr>
            <p:custDataLst>
              <p:tags r:id="rId6"/>
            </p:custDataLst>
          </p:nvPr>
        </p:nvSpPr>
        <p:spPr>
          <a:xfrm>
            <a:off x="5229860" y="3233420"/>
            <a:ext cx="3804285" cy="1647190"/>
          </a:xfrm>
          <a:custGeom>
            <a:avLst/>
            <a:gdLst>
              <a:gd name="connsiteX0" fmla="*/ 84983 w 4755085"/>
              <a:gd name="connsiteY0" fmla="*/ 0 h 1752271"/>
              <a:gd name="connsiteX1" fmla="*/ 4670102 w 4755085"/>
              <a:gd name="connsiteY1" fmla="*/ 0 h 1752271"/>
              <a:gd name="connsiteX2" fmla="*/ 4755085 w 4755085"/>
              <a:gd name="connsiteY2" fmla="*/ 84983 h 1752271"/>
              <a:gd name="connsiteX3" fmla="*/ 4755085 w 4755085"/>
              <a:gd name="connsiteY3" fmla="*/ 1667288 h 1752271"/>
              <a:gd name="connsiteX4" fmla="*/ 4670102 w 4755085"/>
              <a:gd name="connsiteY4" fmla="*/ 1752271 h 1752271"/>
              <a:gd name="connsiteX5" fmla="*/ 84983 w 4755085"/>
              <a:gd name="connsiteY5" fmla="*/ 1752271 h 1752271"/>
              <a:gd name="connsiteX6" fmla="*/ 0 w 4755085"/>
              <a:gd name="connsiteY6" fmla="*/ 1667288 h 1752271"/>
              <a:gd name="connsiteX7" fmla="*/ 0 w 4755085"/>
              <a:gd name="connsiteY7" fmla="*/ 84983 h 1752271"/>
              <a:gd name="connsiteX8" fmla="*/ 84983 w 4755085"/>
              <a:gd name="connsiteY8" fmla="*/ 0 h 1752271"/>
            </a:gdLst>
            <a:ahLst/>
            <a:cxnLst/>
            <a:rect l="l" t="t" r="r" b="b"/>
            <a:pathLst>
              <a:path w="4755085" h="1752271">
                <a:moveTo>
                  <a:pt x="84983" y="0"/>
                </a:moveTo>
                <a:lnTo>
                  <a:pt x="4670102" y="0"/>
                </a:lnTo>
                <a:cubicBezTo>
                  <a:pt x="4717037" y="0"/>
                  <a:pt x="4755085" y="38048"/>
                  <a:pt x="4755085" y="84983"/>
                </a:cubicBezTo>
                <a:lnTo>
                  <a:pt x="4755085" y="1667288"/>
                </a:lnTo>
                <a:cubicBezTo>
                  <a:pt x="4755085" y="1714223"/>
                  <a:pt x="4717037" y="1752271"/>
                  <a:pt x="4670102" y="1752271"/>
                </a:cubicBezTo>
                <a:lnTo>
                  <a:pt x="84983" y="1752271"/>
                </a:lnTo>
                <a:cubicBezTo>
                  <a:pt x="38048" y="1752271"/>
                  <a:pt x="0" y="1714223"/>
                  <a:pt x="0" y="1667288"/>
                </a:cubicBezTo>
                <a:lnTo>
                  <a:pt x="0" y="84983"/>
                </a:lnTo>
                <a:cubicBezTo>
                  <a:pt x="0" y="38048"/>
                  <a:pt x="38048" y="0"/>
                  <a:pt x="84983" y="0"/>
                </a:cubicBezTo>
                <a:close/>
              </a:path>
            </a:pathLst>
          </a:custGeom>
          <a:solidFill>
            <a:schemeClr val="bg1"/>
          </a:solidFill>
          <a:ln w="12700" cap="flat">
            <a:noFill/>
            <a:miter/>
          </a:ln>
          <a:effectLst/>
        </p:spPr>
        <p:txBody>
          <a:bodyPr vert="horz" wrap="square" lIns="91440" tIns="45720" rIns="91440" bIns="45720" rtlCol="0" anchor="ctr"/>
          <a:p>
            <a:pPr algn="ctr">
              <a:lnSpc>
                <a:spcPct val="110000"/>
              </a:lnSpc>
            </a:pPr>
            <a:endParaRPr kumimoji="1" lang="zh-CN" altLang="en-US"/>
          </a:p>
        </p:txBody>
      </p:sp>
      <p:sp>
        <p:nvSpPr>
          <p:cNvPr id="11" name="标题 1"/>
          <p:cNvSpPr txBox="1"/>
          <p:nvPr>
            <p:custDataLst>
              <p:tags r:id="rId7"/>
            </p:custDataLst>
          </p:nvPr>
        </p:nvSpPr>
        <p:spPr>
          <a:xfrm flipH="1">
            <a:off x="361210" y="597099"/>
            <a:ext cx="555318" cy="555318"/>
          </a:xfrm>
          <a:prstGeom prst="ellipse">
            <a:avLst/>
          </a:prstGeom>
          <a:gradFill>
            <a:gsLst>
              <a:gs pos="0">
                <a:schemeClr val="accent3">
                  <a:lumMod val="40000"/>
                  <a:lumOff val="60000"/>
                  <a:alpha val="100000"/>
                </a:schemeClr>
              </a:gs>
              <a:gs pos="54000">
                <a:schemeClr val="accent3">
                  <a:alpha val="100000"/>
                </a:schemeClr>
              </a:gs>
            </a:gsLst>
            <a:lin ang="3240000" scaled="0"/>
          </a:gradFill>
          <a:ln w="9525" cap="flat">
            <a:noFill/>
            <a:miter/>
          </a:ln>
          <a:effectLst>
            <a:outerShdw blurRad="254000" dist="190500" dir="2700000" sx="103000" sy="103000" algn="t" rotWithShape="0">
              <a:schemeClr val="tx1">
                <a:alpha val="10000"/>
              </a:schemeClr>
            </a:outerShdw>
          </a:effectLst>
        </p:spPr>
        <p:txBody>
          <a:bodyPr vert="horz" wrap="square" lIns="0" tIns="0" rIns="0" bIns="0" rtlCol="0" anchor="ctr"/>
          <a:p>
            <a:pPr algn="ctr">
              <a:lnSpc>
                <a:spcPct val="110000"/>
              </a:lnSpc>
            </a:pPr>
            <a:endParaRPr kumimoji="1" lang="zh-CN" altLang="en-US"/>
          </a:p>
        </p:txBody>
      </p:sp>
      <p:sp>
        <p:nvSpPr>
          <p:cNvPr id="12" name="标题 1"/>
          <p:cNvSpPr txBox="1"/>
          <p:nvPr>
            <p:custDataLst>
              <p:tags r:id="rId8"/>
            </p:custDataLst>
          </p:nvPr>
        </p:nvSpPr>
        <p:spPr>
          <a:xfrm>
            <a:off x="585268" y="821642"/>
            <a:ext cx="227306" cy="210273"/>
          </a:xfrm>
          <a:custGeom>
            <a:avLst/>
            <a:gdLst>
              <a:gd name="connsiteX0" fmla="*/ 2136435 w 5834559"/>
              <a:gd name="connsiteY0" fmla="*/ 643126 h 5397372"/>
              <a:gd name="connsiteX1" fmla="*/ 3716657 w 5834559"/>
              <a:gd name="connsiteY1" fmla="*/ 643126 h 5397372"/>
              <a:gd name="connsiteX2" fmla="*/ 3716657 w 5834559"/>
              <a:gd name="connsiteY2" fmla="*/ 1064855 h 5397372"/>
              <a:gd name="connsiteX3" fmla="*/ 2136435 w 5834559"/>
              <a:gd name="connsiteY3" fmla="*/ 1064855 h 5397372"/>
              <a:gd name="connsiteX4" fmla="*/ 693741 w 5834559"/>
              <a:gd name="connsiteY4" fmla="*/ 643126 h 5397372"/>
              <a:gd name="connsiteX5" fmla="*/ 1550121 w 5834559"/>
              <a:gd name="connsiteY5" fmla="*/ 643126 h 5397372"/>
              <a:gd name="connsiteX6" fmla="*/ 1550121 w 5834559"/>
              <a:gd name="connsiteY6" fmla="*/ 1064855 h 5397372"/>
              <a:gd name="connsiteX7" fmla="*/ 693741 w 5834559"/>
              <a:gd name="connsiteY7" fmla="*/ 1064855 h 5397372"/>
              <a:gd name="connsiteX8" fmla="*/ 421729 w 5834559"/>
              <a:gd name="connsiteY8" fmla="*/ 1336867 h 5397372"/>
              <a:gd name="connsiteX9" fmla="*/ 421729 w 5834559"/>
              <a:gd name="connsiteY9" fmla="*/ 2079805 h 5397372"/>
              <a:gd name="connsiteX10" fmla="*/ 5412133 w 5834559"/>
              <a:gd name="connsiteY10" fmla="*/ 2079805 h 5397372"/>
              <a:gd name="connsiteX11" fmla="*/ 5412133 w 5834559"/>
              <a:gd name="connsiteY11" fmla="*/ 1336867 h 5397372"/>
              <a:gd name="connsiteX12" fmla="*/ 5140113 w 5834559"/>
              <a:gd name="connsiteY12" fmla="*/ 1064855 h 5397372"/>
              <a:gd name="connsiteX13" fmla="*/ 4302971 w 5834559"/>
              <a:gd name="connsiteY13" fmla="*/ 1064855 h 5397372"/>
              <a:gd name="connsiteX14" fmla="*/ 4302971 w 5834559"/>
              <a:gd name="connsiteY14" fmla="*/ 643126 h 5397372"/>
              <a:gd name="connsiteX15" fmla="*/ 5140113 w 5834559"/>
              <a:gd name="connsiteY15" fmla="*/ 643126 h 5397372"/>
              <a:gd name="connsiteX16" fmla="*/ 5834559 w 5834559"/>
              <a:gd name="connsiteY16" fmla="*/ 1336867 h 5397372"/>
              <a:gd name="connsiteX17" fmla="*/ 5834559 w 5834559"/>
              <a:gd name="connsiteY17" fmla="*/ 4703631 h 5397372"/>
              <a:gd name="connsiteX18" fmla="*/ 5140818 w 5834559"/>
              <a:gd name="connsiteY18" fmla="*/ 5397372 h 5397372"/>
              <a:gd name="connsiteX19" fmla="*/ 693741 w 5834559"/>
              <a:gd name="connsiteY19" fmla="*/ 5397372 h 5397372"/>
              <a:gd name="connsiteX20" fmla="*/ 0 w 5834559"/>
              <a:gd name="connsiteY20" fmla="*/ 4703631 h 5397372"/>
              <a:gd name="connsiteX21" fmla="*/ 0 w 5834559"/>
              <a:gd name="connsiteY21" fmla="*/ 2501529 h 5397372"/>
              <a:gd name="connsiteX22" fmla="*/ 0 w 5834559"/>
              <a:gd name="connsiteY22" fmla="*/ 2079805 h 5397372"/>
              <a:gd name="connsiteX23" fmla="*/ 0 w 5834559"/>
              <a:gd name="connsiteY23" fmla="*/ 1336867 h 5397372"/>
              <a:gd name="connsiteX24" fmla="*/ 693741 w 5834559"/>
              <a:gd name="connsiteY24" fmla="*/ 643126 h 5397372"/>
              <a:gd name="connsiteX25" fmla="*/ 3997242 w 5834559"/>
              <a:gd name="connsiteY25" fmla="*/ 0 h 5397372"/>
              <a:gd name="connsiteX26" fmla="*/ 4208106 w 5834559"/>
              <a:gd name="connsiteY26" fmla="*/ 210864 h 5397372"/>
              <a:gd name="connsiteX27" fmla="*/ 4208106 w 5834559"/>
              <a:gd name="connsiteY27" fmla="*/ 1506961 h 5397372"/>
              <a:gd name="connsiteX28" fmla="*/ 3997242 w 5834559"/>
              <a:gd name="connsiteY28" fmla="*/ 1718528 h 5397372"/>
              <a:gd name="connsiteX29" fmla="*/ 3786378 w 5834559"/>
              <a:gd name="connsiteY29" fmla="*/ 1507664 h 5397372"/>
              <a:gd name="connsiteX30" fmla="*/ 3786378 w 5834559"/>
              <a:gd name="connsiteY30" fmla="*/ 210864 h 5397372"/>
              <a:gd name="connsiteX31" fmla="*/ 3997242 w 5834559"/>
              <a:gd name="connsiteY31" fmla="*/ 0 h 5397372"/>
              <a:gd name="connsiteX32" fmla="*/ 1836609 w 5834559"/>
              <a:gd name="connsiteY32" fmla="*/ 0 h 5397372"/>
              <a:gd name="connsiteX33" fmla="*/ 2047469 w 5834559"/>
              <a:gd name="connsiteY33" fmla="*/ 210864 h 5397372"/>
              <a:gd name="connsiteX34" fmla="*/ 2047469 w 5834559"/>
              <a:gd name="connsiteY34" fmla="*/ 1506961 h 5397372"/>
              <a:gd name="connsiteX35" fmla="*/ 1836609 w 5834559"/>
              <a:gd name="connsiteY35" fmla="*/ 1718528 h 5397372"/>
              <a:gd name="connsiteX36" fmla="*/ 1625745 w 5834559"/>
              <a:gd name="connsiteY36" fmla="*/ 1507664 h 5397372"/>
              <a:gd name="connsiteX37" fmla="*/ 1625745 w 5834559"/>
              <a:gd name="connsiteY37" fmla="*/ 210864 h 5397372"/>
              <a:gd name="connsiteX38" fmla="*/ 1836609 w 5834559"/>
              <a:gd name="connsiteY38" fmla="*/ 0 h 5397372"/>
            </a:gdLst>
            <a:ahLst/>
            <a:cxnLst/>
            <a:rect l="l" t="t" r="r" b="b"/>
            <a:pathLst>
              <a:path w="5834559" h="5397372">
                <a:moveTo>
                  <a:pt x="2136435" y="643126"/>
                </a:moveTo>
                <a:lnTo>
                  <a:pt x="3716657" y="643126"/>
                </a:lnTo>
                <a:lnTo>
                  <a:pt x="3716657" y="1064855"/>
                </a:lnTo>
                <a:lnTo>
                  <a:pt x="2136435" y="1064855"/>
                </a:lnTo>
                <a:close/>
                <a:moveTo>
                  <a:pt x="693741" y="643126"/>
                </a:moveTo>
                <a:lnTo>
                  <a:pt x="1550121" y="643126"/>
                </a:lnTo>
                <a:lnTo>
                  <a:pt x="1550121" y="1064855"/>
                </a:lnTo>
                <a:lnTo>
                  <a:pt x="693741" y="1064855"/>
                </a:lnTo>
                <a:cubicBezTo>
                  <a:pt x="543320" y="1064855"/>
                  <a:pt x="421729" y="1187151"/>
                  <a:pt x="421729" y="1336867"/>
                </a:cubicBezTo>
                <a:lnTo>
                  <a:pt x="421729" y="2079805"/>
                </a:lnTo>
                <a:lnTo>
                  <a:pt x="5412133" y="2079805"/>
                </a:lnTo>
                <a:lnTo>
                  <a:pt x="5412133" y="1336867"/>
                </a:lnTo>
                <a:cubicBezTo>
                  <a:pt x="5412133" y="1186446"/>
                  <a:pt x="5289830" y="1064855"/>
                  <a:pt x="5140113" y="1064855"/>
                </a:cubicBezTo>
                <a:lnTo>
                  <a:pt x="4302971" y="1064855"/>
                </a:lnTo>
                <a:lnTo>
                  <a:pt x="4302971" y="643126"/>
                </a:lnTo>
                <a:lnTo>
                  <a:pt x="5140113" y="643126"/>
                </a:lnTo>
                <a:cubicBezTo>
                  <a:pt x="5523184" y="643126"/>
                  <a:pt x="5833854" y="953797"/>
                  <a:pt x="5834559" y="1336867"/>
                </a:cubicBezTo>
                <a:lnTo>
                  <a:pt x="5834559" y="4703631"/>
                </a:lnTo>
                <a:cubicBezTo>
                  <a:pt x="5834559" y="5085292"/>
                  <a:pt x="5522479" y="5397372"/>
                  <a:pt x="5140818" y="5397372"/>
                </a:cubicBezTo>
                <a:lnTo>
                  <a:pt x="693741" y="5397372"/>
                </a:lnTo>
                <a:cubicBezTo>
                  <a:pt x="312080" y="5397372"/>
                  <a:pt x="0" y="5085292"/>
                  <a:pt x="0" y="4703631"/>
                </a:cubicBezTo>
                <a:lnTo>
                  <a:pt x="0" y="2501529"/>
                </a:lnTo>
                <a:lnTo>
                  <a:pt x="0" y="2079805"/>
                </a:lnTo>
                <a:lnTo>
                  <a:pt x="0" y="1336867"/>
                </a:lnTo>
                <a:cubicBezTo>
                  <a:pt x="0" y="953797"/>
                  <a:pt x="310671" y="643126"/>
                  <a:pt x="693741" y="643126"/>
                </a:cubicBezTo>
                <a:close/>
                <a:moveTo>
                  <a:pt x="3997242" y="0"/>
                </a:moveTo>
                <a:cubicBezTo>
                  <a:pt x="4113920" y="0"/>
                  <a:pt x="4208106" y="94186"/>
                  <a:pt x="4208106" y="210864"/>
                </a:cubicBezTo>
                <a:lnTo>
                  <a:pt x="4208106" y="1506961"/>
                </a:lnTo>
                <a:cubicBezTo>
                  <a:pt x="4208106" y="1623639"/>
                  <a:pt x="4113920" y="1718528"/>
                  <a:pt x="3997242" y="1718528"/>
                </a:cubicBezTo>
                <a:cubicBezTo>
                  <a:pt x="3880564" y="1718528"/>
                  <a:pt x="3786378" y="1624342"/>
                  <a:pt x="3786378" y="1507664"/>
                </a:cubicBezTo>
                <a:lnTo>
                  <a:pt x="3786378" y="210864"/>
                </a:lnTo>
                <a:cubicBezTo>
                  <a:pt x="3786378" y="94186"/>
                  <a:pt x="3880564" y="0"/>
                  <a:pt x="3997242" y="0"/>
                </a:cubicBezTo>
                <a:close/>
                <a:moveTo>
                  <a:pt x="1836609" y="0"/>
                </a:moveTo>
                <a:cubicBezTo>
                  <a:pt x="1953287" y="0"/>
                  <a:pt x="2047469" y="94186"/>
                  <a:pt x="2047469" y="210864"/>
                </a:cubicBezTo>
                <a:lnTo>
                  <a:pt x="2047469" y="1506961"/>
                </a:lnTo>
                <a:cubicBezTo>
                  <a:pt x="2047469" y="1623639"/>
                  <a:pt x="1953287" y="1718528"/>
                  <a:pt x="1836609" y="1718528"/>
                </a:cubicBezTo>
                <a:cubicBezTo>
                  <a:pt x="1719932" y="1718528"/>
                  <a:pt x="1625745" y="1624342"/>
                  <a:pt x="1625745" y="1507664"/>
                </a:cubicBezTo>
                <a:lnTo>
                  <a:pt x="1625745" y="210864"/>
                </a:lnTo>
                <a:cubicBezTo>
                  <a:pt x="1625745" y="94186"/>
                  <a:pt x="1719932" y="0"/>
                  <a:pt x="1836609" y="0"/>
                </a:cubicBezTo>
                <a:close/>
              </a:path>
            </a:pathLst>
          </a:custGeom>
          <a:solidFill>
            <a:schemeClr val="bg1"/>
          </a:solidFill>
          <a:ln w="9525" cap="flat">
            <a:noFill/>
            <a:miter/>
          </a:ln>
        </p:spPr>
        <p:txBody>
          <a:bodyPr vert="horz" wrap="square" lIns="91440" tIns="45720" rIns="91440" bIns="45720" rtlCol="0" anchor="ctr"/>
          <a:p>
            <a:pPr algn="l">
              <a:lnSpc>
                <a:spcPct val="100000"/>
              </a:lnSpc>
            </a:pPr>
            <a:endParaRPr kumimoji="1" lang="zh-CN" altLang="en-US"/>
          </a:p>
        </p:txBody>
      </p:sp>
      <p:sp>
        <p:nvSpPr>
          <p:cNvPr id="13" name="标题 1"/>
          <p:cNvSpPr txBox="1"/>
          <p:nvPr>
            <p:custDataLst>
              <p:tags r:id="rId9"/>
            </p:custDataLst>
          </p:nvPr>
        </p:nvSpPr>
        <p:spPr>
          <a:xfrm flipH="1">
            <a:off x="5528593" y="597099"/>
            <a:ext cx="555318" cy="555318"/>
          </a:xfrm>
          <a:prstGeom prst="ellipse">
            <a:avLst/>
          </a:prstGeom>
          <a:gradFill>
            <a:gsLst>
              <a:gs pos="0">
                <a:schemeClr val="accent2">
                  <a:lumMod val="60000"/>
                  <a:lumOff val="40000"/>
                  <a:alpha val="100000"/>
                </a:schemeClr>
              </a:gs>
              <a:gs pos="54000">
                <a:schemeClr val="accent2">
                  <a:alpha val="100000"/>
                </a:schemeClr>
              </a:gs>
            </a:gsLst>
            <a:lin ang="3240000" scaled="0"/>
          </a:gradFill>
          <a:ln w="9525" cap="flat">
            <a:noFill/>
            <a:miter/>
          </a:ln>
          <a:effectLst>
            <a:outerShdw blurRad="254000" dist="190500" dir="2700000" sx="103000" sy="103000" algn="t" rotWithShape="0">
              <a:schemeClr val="tx1">
                <a:alpha val="10000"/>
              </a:schemeClr>
            </a:outerShdw>
          </a:effectLst>
        </p:spPr>
        <p:txBody>
          <a:bodyPr vert="horz" wrap="square" lIns="0" tIns="0" rIns="0" bIns="0" rtlCol="0" anchor="ctr"/>
          <a:p>
            <a:pPr algn="ctr">
              <a:lnSpc>
                <a:spcPct val="110000"/>
              </a:lnSpc>
            </a:pPr>
            <a:endParaRPr kumimoji="1" lang="zh-CN" altLang="en-US"/>
          </a:p>
        </p:txBody>
      </p:sp>
      <p:sp>
        <p:nvSpPr>
          <p:cNvPr id="14" name="标题 1"/>
          <p:cNvSpPr txBox="1"/>
          <p:nvPr>
            <p:custDataLst>
              <p:tags r:id="rId10"/>
            </p:custDataLst>
          </p:nvPr>
        </p:nvSpPr>
        <p:spPr>
          <a:xfrm>
            <a:off x="5708833" y="798113"/>
            <a:ext cx="266934" cy="233696"/>
          </a:xfrm>
          <a:custGeom>
            <a:avLst/>
            <a:gdLst>
              <a:gd name="connsiteX0" fmla="*/ 411293 w 822401"/>
              <a:gd name="connsiteY0" fmla="*/ 234366 h 720000"/>
              <a:gd name="connsiteX1" fmla="*/ 536928 w 822401"/>
              <a:gd name="connsiteY1" fmla="*/ 360000 h 720000"/>
              <a:gd name="connsiteX2" fmla="*/ 411293 w 822401"/>
              <a:gd name="connsiteY2" fmla="*/ 485635 h 720000"/>
              <a:gd name="connsiteX3" fmla="*/ 285659 w 822401"/>
              <a:gd name="connsiteY3" fmla="*/ 360000 h 720000"/>
              <a:gd name="connsiteX4" fmla="*/ 411293 w 822401"/>
              <a:gd name="connsiteY4" fmla="*/ 234366 h 720000"/>
              <a:gd name="connsiteX5" fmla="*/ 411293 w 822401"/>
              <a:gd name="connsiteY5" fmla="*/ 178938 h 720000"/>
              <a:gd name="connsiteX6" fmla="*/ 230231 w 822401"/>
              <a:gd name="connsiteY6" fmla="*/ 360000 h 720000"/>
              <a:gd name="connsiteX7" fmla="*/ 411293 w 822401"/>
              <a:gd name="connsiteY7" fmla="*/ 541063 h 720000"/>
              <a:gd name="connsiteX8" fmla="*/ 592355 w 822401"/>
              <a:gd name="connsiteY8" fmla="*/ 360000 h 720000"/>
              <a:gd name="connsiteX9" fmla="*/ 411293 w 822401"/>
              <a:gd name="connsiteY9" fmla="*/ 178938 h 720000"/>
              <a:gd name="connsiteX10" fmla="*/ 219884 w 822401"/>
              <a:gd name="connsiteY10" fmla="*/ 0 h 720000"/>
              <a:gd name="connsiteX11" fmla="*/ 602517 w 822401"/>
              <a:gd name="connsiteY11" fmla="*/ 0 h 720000"/>
              <a:gd name="connsiteX12" fmla="*/ 627275 w 822401"/>
              <a:gd name="connsiteY12" fmla="*/ 14319 h 720000"/>
              <a:gd name="connsiteX13" fmla="*/ 818591 w 822401"/>
              <a:gd name="connsiteY13" fmla="*/ 345682 h 720000"/>
              <a:gd name="connsiteX14" fmla="*/ 818591 w 822401"/>
              <a:gd name="connsiteY14" fmla="*/ 374319 h 720000"/>
              <a:gd name="connsiteX15" fmla="*/ 627367 w 822401"/>
              <a:gd name="connsiteY15" fmla="*/ 705682 h 720000"/>
              <a:gd name="connsiteX16" fmla="*/ 602609 w 822401"/>
              <a:gd name="connsiteY16" fmla="*/ 720000 h 720000"/>
              <a:gd name="connsiteX17" fmla="*/ 219977 w 822401"/>
              <a:gd name="connsiteY17" fmla="*/ 720000 h 720000"/>
              <a:gd name="connsiteX18" fmla="*/ 195219 w 822401"/>
              <a:gd name="connsiteY18" fmla="*/ 705682 h 720000"/>
              <a:gd name="connsiteX19" fmla="*/ 3811 w 822401"/>
              <a:gd name="connsiteY19" fmla="*/ 374319 h 720000"/>
              <a:gd name="connsiteX20" fmla="*/ 3811 w 822401"/>
              <a:gd name="connsiteY20" fmla="*/ 345682 h 720000"/>
              <a:gd name="connsiteX21" fmla="*/ 195127 w 822401"/>
              <a:gd name="connsiteY21" fmla="*/ 14319 h 720000"/>
              <a:gd name="connsiteX22" fmla="*/ 219884 w 822401"/>
              <a:gd name="connsiteY22" fmla="*/ 0 h 720000"/>
            </a:gdLst>
            <a:ahLst/>
            <a:cxnLst/>
            <a:rect l="l" t="t" r="r" b="b"/>
            <a:pathLst>
              <a:path w="822401" h="720000">
                <a:moveTo>
                  <a:pt x="411293" y="234366"/>
                </a:moveTo>
                <a:cubicBezTo>
                  <a:pt x="480577" y="234366"/>
                  <a:pt x="536928" y="290716"/>
                  <a:pt x="536928" y="360000"/>
                </a:cubicBezTo>
                <a:cubicBezTo>
                  <a:pt x="536928" y="429284"/>
                  <a:pt x="480577" y="485635"/>
                  <a:pt x="411293" y="485635"/>
                </a:cubicBezTo>
                <a:cubicBezTo>
                  <a:pt x="342009" y="485635"/>
                  <a:pt x="285659" y="429284"/>
                  <a:pt x="285659" y="360000"/>
                </a:cubicBezTo>
                <a:cubicBezTo>
                  <a:pt x="285659" y="290716"/>
                  <a:pt x="342009" y="234366"/>
                  <a:pt x="411293" y="234366"/>
                </a:cubicBezTo>
                <a:close/>
                <a:moveTo>
                  <a:pt x="411293" y="178938"/>
                </a:moveTo>
                <a:cubicBezTo>
                  <a:pt x="311432" y="178938"/>
                  <a:pt x="230231" y="260139"/>
                  <a:pt x="230231" y="360000"/>
                </a:cubicBezTo>
                <a:cubicBezTo>
                  <a:pt x="230231" y="459862"/>
                  <a:pt x="311432" y="541063"/>
                  <a:pt x="411293" y="541063"/>
                </a:cubicBezTo>
                <a:cubicBezTo>
                  <a:pt x="511154" y="541063"/>
                  <a:pt x="592355" y="459862"/>
                  <a:pt x="592355" y="360000"/>
                </a:cubicBezTo>
                <a:cubicBezTo>
                  <a:pt x="592355" y="260139"/>
                  <a:pt x="511154" y="178938"/>
                  <a:pt x="411293" y="178938"/>
                </a:cubicBezTo>
                <a:close/>
                <a:moveTo>
                  <a:pt x="219884" y="0"/>
                </a:moveTo>
                <a:lnTo>
                  <a:pt x="602517" y="0"/>
                </a:lnTo>
                <a:cubicBezTo>
                  <a:pt x="612679" y="0"/>
                  <a:pt x="622194" y="5451"/>
                  <a:pt x="627275" y="14319"/>
                </a:cubicBezTo>
                <a:lnTo>
                  <a:pt x="818591" y="345682"/>
                </a:lnTo>
                <a:cubicBezTo>
                  <a:pt x="823672" y="354550"/>
                  <a:pt x="823672" y="365451"/>
                  <a:pt x="818591" y="374319"/>
                </a:cubicBezTo>
                <a:lnTo>
                  <a:pt x="627367" y="705682"/>
                </a:lnTo>
                <a:cubicBezTo>
                  <a:pt x="622286" y="714550"/>
                  <a:pt x="612771" y="720000"/>
                  <a:pt x="602609" y="720000"/>
                </a:cubicBezTo>
                <a:lnTo>
                  <a:pt x="219977" y="720000"/>
                </a:lnTo>
                <a:cubicBezTo>
                  <a:pt x="209815" y="720000"/>
                  <a:pt x="200300" y="714550"/>
                  <a:pt x="195219" y="705682"/>
                </a:cubicBezTo>
                <a:lnTo>
                  <a:pt x="3811" y="374319"/>
                </a:lnTo>
                <a:cubicBezTo>
                  <a:pt x="-1270" y="365543"/>
                  <a:pt x="-1270" y="354550"/>
                  <a:pt x="3811" y="345682"/>
                </a:cubicBezTo>
                <a:lnTo>
                  <a:pt x="195127" y="14319"/>
                </a:lnTo>
                <a:cubicBezTo>
                  <a:pt x="200208" y="5451"/>
                  <a:pt x="209723" y="0"/>
                  <a:pt x="219884" y="0"/>
                </a:cubicBezTo>
                <a:close/>
              </a:path>
            </a:pathLst>
          </a:custGeom>
          <a:solidFill>
            <a:schemeClr val="bg1"/>
          </a:solidFill>
          <a:ln w="9525" cap="flat">
            <a:noFill/>
            <a:miter/>
          </a:ln>
        </p:spPr>
        <p:txBody>
          <a:bodyPr vert="horz" wrap="square" lIns="91440" tIns="45720" rIns="91440" bIns="45720" rtlCol="0" anchor="ctr"/>
          <a:p>
            <a:pPr algn="l">
              <a:lnSpc>
                <a:spcPct val="100000"/>
              </a:lnSpc>
            </a:pPr>
            <a:endParaRPr kumimoji="1" lang="zh-CN" altLang="en-US"/>
          </a:p>
        </p:txBody>
      </p:sp>
      <p:sp>
        <p:nvSpPr>
          <p:cNvPr id="15" name="标题 1"/>
          <p:cNvSpPr txBox="1"/>
          <p:nvPr>
            <p:custDataLst>
              <p:tags r:id="rId11"/>
            </p:custDataLst>
          </p:nvPr>
        </p:nvSpPr>
        <p:spPr>
          <a:xfrm flipH="1">
            <a:off x="531390" y="2928390"/>
            <a:ext cx="555318" cy="555318"/>
          </a:xfrm>
          <a:prstGeom prst="ellipse">
            <a:avLst/>
          </a:prstGeom>
          <a:gradFill>
            <a:gsLst>
              <a:gs pos="0">
                <a:schemeClr val="accent3">
                  <a:lumMod val="40000"/>
                  <a:lumOff val="60000"/>
                  <a:alpha val="100000"/>
                </a:schemeClr>
              </a:gs>
              <a:gs pos="54000">
                <a:schemeClr val="accent3">
                  <a:alpha val="100000"/>
                </a:schemeClr>
              </a:gs>
            </a:gsLst>
            <a:lin ang="3240000" scaled="0"/>
          </a:gradFill>
          <a:ln w="9525" cap="flat">
            <a:noFill/>
            <a:miter/>
          </a:ln>
          <a:effectLst>
            <a:outerShdw blurRad="254000" dist="190500" dir="2700000" sx="103000" sy="103000" algn="t" rotWithShape="0">
              <a:schemeClr val="tx1">
                <a:alpha val="10000"/>
              </a:schemeClr>
            </a:outerShdw>
          </a:effectLst>
        </p:spPr>
        <p:txBody>
          <a:bodyPr vert="horz" wrap="square" lIns="0" tIns="0" rIns="0" bIns="0" rtlCol="0" anchor="ctr"/>
          <a:p>
            <a:pPr algn="ctr">
              <a:lnSpc>
                <a:spcPct val="110000"/>
              </a:lnSpc>
            </a:pPr>
            <a:endParaRPr kumimoji="1" lang="zh-CN" altLang="en-US"/>
          </a:p>
        </p:txBody>
      </p:sp>
      <p:sp>
        <p:nvSpPr>
          <p:cNvPr id="16" name="标题 1"/>
          <p:cNvSpPr txBox="1"/>
          <p:nvPr>
            <p:custDataLst>
              <p:tags r:id="rId12"/>
            </p:custDataLst>
          </p:nvPr>
        </p:nvSpPr>
        <p:spPr>
          <a:xfrm>
            <a:off x="736398" y="3157956"/>
            <a:ext cx="227306" cy="188014"/>
          </a:xfrm>
          <a:custGeom>
            <a:avLst/>
            <a:gdLst>
              <a:gd name="connsiteX0" fmla="*/ 114387 w 870468"/>
              <a:gd name="connsiteY0" fmla="*/ 394297 h 720000"/>
              <a:gd name="connsiteX1" fmla="*/ 125598 w 870468"/>
              <a:gd name="connsiteY1" fmla="*/ 421319 h 720000"/>
              <a:gd name="connsiteX2" fmla="*/ 153878 w 870468"/>
              <a:gd name="connsiteY2" fmla="*/ 433051 h 720000"/>
              <a:gd name="connsiteX3" fmla="*/ 449972 w 870468"/>
              <a:gd name="connsiteY3" fmla="*/ 433051 h 720000"/>
              <a:gd name="connsiteX4" fmla="*/ 478295 w 870468"/>
              <a:gd name="connsiteY4" fmla="*/ 421319 h 720000"/>
              <a:gd name="connsiteX5" fmla="*/ 489465 w 870468"/>
              <a:gd name="connsiteY5" fmla="*/ 394297 h 720000"/>
              <a:gd name="connsiteX6" fmla="*/ 116266 w 870468"/>
              <a:gd name="connsiteY6" fmla="*/ 68594 h 720000"/>
              <a:gd name="connsiteX7" fmla="*/ 68708 w 870468"/>
              <a:gd name="connsiteY7" fmla="*/ 116152 h 720000"/>
              <a:gd name="connsiteX8" fmla="*/ 68708 w 870468"/>
              <a:gd name="connsiteY8" fmla="*/ 241561 h 720000"/>
              <a:gd name="connsiteX9" fmla="*/ 801875 w 870468"/>
              <a:gd name="connsiteY9" fmla="*/ 241561 h 720000"/>
              <a:gd name="connsiteX10" fmla="*/ 801875 w 870468"/>
              <a:gd name="connsiteY10" fmla="*/ 116152 h 720000"/>
              <a:gd name="connsiteX11" fmla="*/ 754317 w 870468"/>
              <a:gd name="connsiteY11" fmla="*/ 68594 h 720000"/>
              <a:gd name="connsiteX12" fmla="*/ 598821 w 870468"/>
              <a:gd name="connsiteY12" fmla="*/ 68594 h 720000"/>
              <a:gd name="connsiteX13" fmla="*/ 116266 w 870468"/>
              <a:gd name="connsiteY13" fmla="*/ 0 h 720000"/>
              <a:gd name="connsiteX14" fmla="*/ 598821 w 870468"/>
              <a:gd name="connsiteY14" fmla="*/ 0 h 720000"/>
              <a:gd name="connsiteX15" fmla="*/ 754317 w 870468"/>
              <a:gd name="connsiteY15" fmla="*/ 0 h 720000"/>
              <a:gd name="connsiteX16" fmla="*/ 870468 w 870468"/>
              <a:gd name="connsiteY16" fmla="*/ 116152 h 720000"/>
              <a:gd name="connsiteX17" fmla="*/ 870468 w 870468"/>
              <a:gd name="connsiteY17" fmla="*/ 360001 h 720000"/>
              <a:gd name="connsiteX18" fmla="*/ 870468 w 870468"/>
              <a:gd name="connsiteY18" fmla="*/ 603736 h 720000"/>
              <a:gd name="connsiteX19" fmla="*/ 754317 w 870468"/>
              <a:gd name="connsiteY19" fmla="*/ 720000 h 720000"/>
              <a:gd name="connsiteX20" fmla="*/ 598821 w 870468"/>
              <a:gd name="connsiteY20" fmla="*/ 720000 h 720000"/>
              <a:gd name="connsiteX21" fmla="*/ 116266 w 870468"/>
              <a:gd name="connsiteY21" fmla="*/ 720000 h 720000"/>
              <a:gd name="connsiteX22" fmla="*/ 115 w 870468"/>
              <a:gd name="connsiteY22" fmla="*/ 603850 h 720000"/>
              <a:gd name="connsiteX23" fmla="*/ 115 w 870468"/>
              <a:gd name="connsiteY23" fmla="*/ 360279 h 720000"/>
              <a:gd name="connsiteX24" fmla="*/ 0 w 870468"/>
              <a:gd name="connsiteY24" fmla="*/ 360001 h 720000"/>
              <a:gd name="connsiteX25" fmla="*/ 115 w 870468"/>
              <a:gd name="connsiteY25" fmla="*/ 359723 h 720000"/>
              <a:gd name="connsiteX26" fmla="*/ 115 w 870468"/>
              <a:gd name="connsiteY26" fmla="*/ 116152 h 720000"/>
              <a:gd name="connsiteX27" fmla="*/ 116266 w 870468"/>
              <a:gd name="connsiteY27" fmla="*/ 0 h 720000"/>
            </a:gdLst>
            <a:ahLst/>
            <a:cxnLst/>
            <a:rect l="l" t="t" r="r" b="b"/>
            <a:pathLst>
              <a:path w="870468" h="720000">
                <a:moveTo>
                  <a:pt x="114387" y="394297"/>
                </a:moveTo>
                <a:lnTo>
                  <a:pt x="125598" y="421319"/>
                </a:lnTo>
                <a:cubicBezTo>
                  <a:pt x="132843" y="428564"/>
                  <a:pt x="142846" y="433051"/>
                  <a:pt x="153878" y="433051"/>
                </a:cubicBezTo>
                <a:lnTo>
                  <a:pt x="449972" y="433051"/>
                </a:lnTo>
                <a:cubicBezTo>
                  <a:pt x="461061" y="433051"/>
                  <a:pt x="471064" y="428564"/>
                  <a:pt x="478295" y="421319"/>
                </a:cubicBezTo>
                <a:lnTo>
                  <a:pt x="489465" y="394297"/>
                </a:lnTo>
                <a:close/>
                <a:moveTo>
                  <a:pt x="116266" y="68594"/>
                </a:moveTo>
                <a:cubicBezTo>
                  <a:pt x="89972" y="68594"/>
                  <a:pt x="68708" y="89972"/>
                  <a:pt x="68708" y="116152"/>
                </a:cubicBezTo>
                <a:lnTo>
                  <a:pt x="68708" y="241561"/>
                </a:lnTo>
                <a:lnTo>
                  <a:pt x="801875" y="241561"/>
                </a:lnTo>
                <a:lnTo>
                  <a:pt x="801875" y="116152"/>
                </a:lnTo>
                <a:cubicBezTo>
                  <a:pt x="801875" y="89858"/>
                  <a:pt x="780497" y="68594"/>
                  <a:pt x="754317" y="68594"/>
                </a:cubicBezTo>
                <a:lnTo>
                  <a:pt x="598821" y="68594"/>
                </a:lnTo>
                <a:close/>
                <a:moveTo>
                  <a:pt x="116266" y="0"/>
                </a:moveTo>
                <a:lnTo>
                  <a:pt x="598821" y="0"/>
                </a:lnTo>
                <a:lnTo>
                  <a:pt x="754317" y="0"/>
                </a:lnTo>
                <a:cubicBezTo>
                  <a:pt x="818338" y="0"/>
                  <a:pt x="870468" y="52131"/>
                  <a:pt x="870468" y="116152"/>
                </a:cubicBezTo>
                <a:lnTo>
                  <a:pt x="870468" y="360001"/>
                </a:lnTo>
                <a:lnTo>
                  <a:pt x="870468" y="603736"/>
                </a:lnTo>
                <a:cubicBezTo>
                  <a:pt x="870468" y="667870"/>
                  <a:pt x="818338" y="720000"/>
                  <a:pt x="754317" y="720000"/>
                </a:cubicBezTo>
                <a:lnTo>
                  <a:pt x="598821" y="720000"/>
                </a:lnTo>
                <a:lnTo>
                  <a:pt x="116266" y="720000"/>
                </a:lnTo>
                <a:cubicBezTo>
                  <a:pt x="52246" y="720000"/>
                  <a:pt x="115" y="667870"/>
                  <a:pt x="115" y="603850"/>
                </a:cubicBezTo>
                <a:lnTo>
                  <a:pt x="115" y="360279"/>
                </a:lnTo>
                <a:lnTo>
                  <a:pt x="0" y="360001"/>
                </a:lnTo>
                <a:lnTo>
                  <a:pt x="115" y="359723"/>
                </a:lnTo>
                <a:lnTo>
                  <a:pt x="115" y="116152"/>
                </a:lnTo>
                <a:cubicBezTo>
                  <a:pt x="115" y="52131"/>
                  <a:pt x="52246" y="0"/>
                  <a:pt x="116266" y="0"/>
                </a:cubicBezTo>
                <a:close/>
              </a:path>
            </a:pathLst>
          </a:custGeom>
          <a:solidFill>
            <a:schemeClr val="bg1"/>
          </a:solidFill>
          <a:ln w="9525" cap="flat">
            <a:noFill/>
            <a:miter/>
          </a:ln>
        </p:spPr>
        <p:txBody>
          <a:bodyPr vert="horz" wrap="square" lIns="91440" tIns="45720" rIns="91440" bIns="45720" rtlCol="0" anchor="ctr"/>
          <a:p>
            <a:pPr algn="l">
              <a:lnSpc>
                <a:spcPct val="100000"/>
              </a:lnSpc>
            </a:pPr>
            <a:endParaRPr kumimoji="1" lang="zh-CN" altLang="en-US"/>
          </a:p>
        </p:txBody>
      </p:sp>
      <p:sp>
        <p:nvSpPr>
          <p:cNvPr id="17" name="标题 1"/>
          <p:cNvSpPr txBox="1"/>
          <p:nvPr>
            <p:custDataLst>
              <p:tags r:id="rId13"/>
            </p:custDataLst>
          </p:nvPr>
        </p:nvSpPr>
        <p:spPr>
          <a:xfrm flipH="1">
            <a:off x="5528593" y="2927120"/>
            <a:ext cx="555318" cy="555318"/>
          </a:xfrm>
          <a:prstGeom prst="ellipse">
            <a:avLst/>
          </a:prstGeom>
          <a:gradFill>
            <a:gsLst>
              <a:gs pos="0">
                <a:schemeClr val="accent2">
                  <a:lumMod val="60000"/>
                  <a:lumOff val="40000"/>
                  <a:alpha val="100000"/>
                </a:schemeClr>
              </a:gs>
              <a:gs pos="54000">
                <a:schemeClr val="accent2">
                  <a:alpha val="100000"/>
                </a:schemeClr>
              </a:gs>
            </a:gsLst>
            <a:lin ang="3240000" scaled="0"/>
          </a:gradFill>
          <a:ln w="9525" cap="flat">
            <a:noFill/>
            <a:miter/>
          </a:ln>
          <a:effectLst>
            <a:outerShdw blurRad="254000" dist="190500" dir="2700000" sx="103000" sy="103000" algn="t" rotWithShape="0">
              <a:schemeClr val="tx1">
                <a:alpha val="10000"/>
              </a:schemeClr>
            </a:outerShdw>
          </a:effectLst>
        </p:spPr>
        <p:txBody>
          <a:bodyPr vert="horz" wrap="square" lIns="0" tIns="0" rIns="0" bIns="0" rtlCol="0" anchor="ctr"/>
          <a:p>
            <a:pPr algn="ctr">
              <a:lnSpc>
                <a:spcPct val="110000"/>
              </a:lnSpc>
            </a:pPr>
            <a:endParaRPr kumimoji="1" lang="zh-CN" altLang="en-US"/>
          </a:p>
        </p:txBody>
      </p:sp>
      <p:sp>
        <p:nvSpPr>
          <p:cNvPr id="18" name="标题 1"/>
          <p:cNvSpPr txBox="1"/>
          <p:nvPr>
            <p:custDataLst>
              <p:tags r:id="rId14"/>
            </p:custDataLst>
          </p:nvPr>
        </p:nvSpPr>
        <p:spPr>
          <a:xfrm>
            <a:off x="5733601" y="3140294"/>
            <a:ext cx="227306" cy="214240"/>
          </a:xfrm>
          <a:custGeom>
            <a:avLst/>
            <a:gdLst>
              <a:gd name="connsiteX0" fmla="*/ 565749 w 763907"/>
              <a:gd name="connsiteY0" fmla="*/ 529546 h 720000"/>
              <a:gd name="connsiteX1" fmla="*/ 585849 w 763907"/>
              <a:gd name="connsiteY1" fmla="*/ 537865 h 720000"/>
              <a:gd name="connsiteX2" fmla="*/ 698960 w 763907"/>
              <a:gd name="connsiteY2" fmla="*/ 650977 h 720000"/>
              <a:gd name="connsiteX3" fmla="*/ 698960 w 763907"/>
              <a:gd name="connsiteY3" fmla="*/ 691178 h 720000"/>
              <a:gd name="connsiteX4" fmla="*/ 678860 w 763907"/>
              <a:gd name="connsiteY4" fmla="*/ 699521 h 720000"/>
              <a:gd name="connsiteX5" fmla="*/ 658760 w 763907"/>
              <a:gd name="connsiteY5" fmla="*/ 691178 h 720000"/>
              <a:gd name="connsiteX6" fmla="*/ 545648 w 763907"/>
              <a:gd name="connsiteY6" fmla="*/ 578066 h 720000"/>
              <a:gd name="connsiteX7" fmla="*/ 545648 w 763907"/>
              <a:gd name="connsiteY7" fmla="*/ 537865 h 720000"/>
              <a:gd name="connsiteX8" fmla="*/ 565749 w 763907"/>
              <a:gd name="connsiteY8" fmla="*/ 529546 h 720000"/>
              <a:gd name="connsiteX9" fmla="*/ 565749 w 763907"/>
              <a:gd name="connsiteY9" fmla="*/ 359807 h 720000"/>
              <a:gd name="connsiteX10" fmla="*/ 735464 w 763907"/>
              <a:gd name="connsiteY10" fmla="*/ 359807 h 720000"/>
              <a:gd name="connsiteX11" fmla="*/ 763907 w 763907"/>
              <a:gd name="connsiteY11" fmla="*/ 388251 h 720000"/>
              <a:gd name="connsiteX12" fmla="*/ 735464 w 763907"/>
              <a:gd name="connsiteY12" fmla="*/ 416695 h 720000"/>
              <a:gd name="connsiteX13" fmla="*/ 565749 w 763907"/>
              <a:gd name="connsiteY13" fmla="*/ 416695 h 720000"/>
              <a:gd name="connsiteX14" fmla="*/ 537305 w 763907"/>
              <a:gd name="connsiteY14" fmla="*/ 388251 h 720000"/>
              <a:gd name="connsiteX15" fmla="*/ 565749 w 763907"/>
              <a:gd name="connsiteY15" fmla="*/ 359807 h 720000"/>
              <a:gd name="connsiteX16" fmla="*/ 678860 w 763907"/>
              <a:gd name="connsiteY16" fmla="*/ 77005 h 720000"/>
              <a:gd name="connsiteX17" fmla="*/ 698960 w 763907"/>
              <a:gd name="connsiteY17" fmla="*/ 85325 h 720000"/>
              <a:gd name="connsiteX18" fmla="*/ 698960 w 763907"/>
              <a:gd name="connsiteY18" fmla="*/ 125525 h 720000"/>
              <a:gd name="connsiteX19" fmla="*/ 585849 w 763907"/>
              <a:gd name="connsiteY19" fmla="*/ 238636 h 720000"/>
              <a:gd name="connsiteX20" fmla="*/ 565749 w 763907"/>
              <a:gd name="connsiteY20" fmla="*/ 246980 h 720000"/>
              <a:gd name="connsiteX21" fmla="*/ 545648 w 763907"/>
              <a:gd name="connsiteY21" fmla="*/ 238636 h 720000"/>
              <a:gd name="connsiteX22" fmla="*/ 545648 w 763907"/>
              <a:gd name="connsiteY22" fmla="*/ 198436 h 720000"/>
              <a:gd name="connsiteX23" fmla="*/ 658760 w 763907"/>
              <a:gd name="connsiteY23" fmla="*/ 85325 h 720000"/>
              <a:gd name="connsiteX24" fmla="*/ 678860 w 763907"/>
              <a:gd name="connsiteY24" fmla="*/ 77005 h 720000"/>
              <a:gd name="connsiteX25" fmla="*/ 362802 w 763907"/>
              <a:gd name="connsiteY25" fmla="*/ 5 h 720000"/>
              <a:gd name="connsiteX26" fmla="*/ 422012 w 763907"/>
              <a:gd name="connsiteY26" fmla="*/ 16490 h 720000"/>
              <a:gd name="connsiteX27" fmla="*/ 481080 w 763907"/>
              <a:gd name="connsiteY27" fmla="*/ 119457 h 720000"/>
              <a:gd name="connsiteX28" fmla="*/ 481080 w 763907"/>
              <a:gd name="connsiteY28" fmla="*/ 600631 h 720000"/>
              <a:gd name="connsiteX29" fmla="*/ 422012 w 763907"/>
              <a:gd name="connsiteY29" fmla="*/ 703598 h 720000"/>
              <a:gd name="connsiteX30" fmla="*/ 361806 w 763907"/>
              <a:gd name="connsiteY30" fmla="*/ 720000 h 720000"/>
              <a:gd name="connsiteX31" fmla="*/ 303306 w 763907"/>
              <a:gd name="connsiteY31" fmla="*/ 704546 h 720000"/>
              <a:gd name="connsiteX32" fmla="*/ 60870 w 763907"/>
              <a:gd name="connsiteY32" fmla="*/ 568300 h 720000"/>
              <a:gd name="connsiteX33" fmla="*/ 0 w 763907"/>
              <a:gd name="connsiteY33" fmla="*/ 464291 h 720000"/>
              <a:gd name="connsiteX34" fmla="*/ 0 w 763907"/>
              <a:gd name="connsiteY34" fmla="*/ 255702 h 720000"/>
              <a:gd name="connsiteX35" fmla="*/ 60870 w 763907"/>
              <a:gd name="connsiteY35" fmla="*/ 151693 h 720000"/>
              <a:gd name="connsiteX36" fmla="*/ 303306 w 763907"/>
              <a:gd name="connsiteY36" fmla="*/ 15447 h 720000"/>
              <a:gd name="connsiteX37" fmla="*/ 362802 w 763907"/>
              <a:gd name="connsiteY37" fmla="*/ 5 h 720000"/>
            </a:gdLst>
            <a:ahLst/>
            <a:cxnLst/>
            <a:rect l="l" t="t" r="r" b="b"/>
            <a:pathLst>
              <a:path w="763907" h="720000">
                <a:moveTo>
                  <a:pt x="565749" y="529546"/>
                </a:moveTo>
                <a:cubicBezTo>
                  <a:pt x="573025" y="529546"/>
                  <a:pt x="580302" y="532319"/>
                  <a:pt x="585849" y="537865"/>
                </a:cubicBezTo>
                <a:lnTo>
                  <a:pt x="698960" y="650977"/>
                </a:lnTo>
                <a:cubicBezTo>
                  <a:pt x="710054" y="662070"/>
                  <a:pt x="710054" y="680084"/>
                  <a:pt x="698960" y="691178"/>
                </a:cubicBezTo>
                <a:cubicBezTo>
                  <a:pt x="693461" y="696677"/>
                  <a:pt x="686161" y="699521"/>
                  <a:pt x="678860" y="699521"/>
                </a:cubicBezTo>
                <a:cubicBezTo>
                  <a:pt x="671560" y="699521"/>
                  <a:pt x="664259" y="696771"/>
                  <a:pt x="658760" y="691178"/>
                </a:cubicBezTo>
                <a:lnTo>
                  <a:pt x="545648" y="578066"/>
                </a:lnTo>
                <a:cubicBezTo>
                  <a:pt x="534555" y="566973"/>
                  <a:pt x="534555" y="548959"/>
                  <a:pt x="545648" y="537865"/>
                </a:cubicBezTo>
                <a:cubicBezTo>
                  <a:pt x="551195" y="532319"/>
                  <a:pt x="558471" y="529546"/>
                  <a:pt x="565749" y="529546"/>
                </a:cubicBezTo>
                <a:close/>
                <a:moveTo>
                  <a:pt x="565749" y="359807"/>
                </a:moveTo>
                <a:lnTo>
                  <a:pt x="735464" y="359807"/>
                </a:lnTo>
                <a:cubicBezTo>
                  <a:pt x="751202" y="359807"/>
                  <a:pt x="763907" y="372512"/>
                  <a:pt x="763907" y="388251"/>
                </a:cubicBezTo>
                <a:cubicBezTo>
                  <a:pt x="763907" y="403990"/>
                  <a:pt x="751107" y="416695"/>
                  <a:pt x="735464" y="416695"/>
                </a:cubicBezTo>
                <a:lnTo>
                  <a:pt x="565749" y="416695"/>
                </a:lnTo>
                <a:cubicBezTo>
                  <a:pt x="550010" y="416695"/>
                  <a:pt x="537305" y="403990"/>
                  <a:pt x="537305" y="388251"/>
                </a:cubicBezTo>
                <a:cubicBezTo>
                  <a:pt x="537305" y="372512"/>
                  <a:pt x="550010" y="359807"/>
                  <a:pt x="565749" y="359807"/>
                </a:cubicBezTo>
                <a:close/>
                <a:moveTo>
                  <a:pt x="678860" y="77005"/>
                </a:moveTo>
                <a:cubicBezTo>
                  <a:pt x="686137" y="77005"/>
                  <a:pt x="693414" y="79778"/>
                  <a:pt x="698960" y="85325"/>
                </a:cubicBezTo>
                <a:cubicBezTo>
                  <a:pt x="710054" y="96418"/>
                  <a:pt x="710054" y="114432"/>
                  <a:pt x="698960" y="125525"/>
                </a:cubicBezTo>
                <a:lnTo>
                  <a:pt x="585849" y="238636"/>
                </a:lnTo>
                <a:cubicBezTo>
                  <a:pt x="580350" y="244231"/>
                  <a:pt x="573049" y="246980"/>
                  <a:pt x="565749" y="246980"/>
                </a:cubicBezTo>
                <a:cubicBezTo>
                  <a:pt x="558448" y="246980"/>
                  <a:pt x="551147" y="244231"/>
                  <a:pt x="545648" y="238636"/>
                </a:cubicBezTo>
                <a:cubicBezTo>
                  <a:pt x="534555" y="227543"/>
                  <a:pt x="534555" y="209529"/>
                  <a:pt x="545648" y="198436"/>
                </a:cubicBezTo>
                <a:lnTo>
                  <a:pt x="658760" y="85325"/>
                </a:lnTo>
                <a:cubicBezTo>
                  <a:pt x="664306" y="79778"/>
                  <a:pt x="671583" y="77005"/>
                  <a:pt x="678860" y="77005"/>
                </a:cubicBezTo>
                <a:close/>
                <a:moveTo>
                  <a:pt x="362802" y="5"/>
                </a:moveTo>
                <a:cubicBezTo>
                  <a:pt x="383186" y="183"/>
                  <a:pt x="403524" y="5682"/>
                  <a:pt x="422012" y="16490"/>
                </a:cubicBezTo>
                <a:cubicBezTo>
                  <a:pt x="458989" y="38108"/>
                  <a:pt x="481080" y="76601"/>
                  <a:pt x="481080" y="119457"/>
                </a:cubicBezTo>
                <a:lnTo>
                  <a:pt x="481080" y="600631"/>
                </a:lnTo>
                <a:cubicBezTo>
                  <a:pt x="481080" y="643486"/>
                  <a:pt x="458989" y="681980"/>
                  <a:pt x="422012" y="703598"/>
                </a:cubicBezTo>
                <a:cubicBezTo>
                  <a:pt x="403240" y="714501"/>
                  <a:pt x="382475" y="720000"/>
                  <a:pt x="361806" y="720000"/>
                </a:cubicBezTo>
                <a:cubicBezTo>
                  <a:pt x="341706" y="720000"/>
                  <a:pt x="321700" y="714881"/>
                  <a:pt x="303306" y="704546"/>
                </a:cubicBezTo>
                <a:lnTo>
                  <a:pt x="60870" y="568300"/>
                </a:lnTo>
                <a:cubicBezTo>
                  <a:pt x="23324" y="547157"/>
                  <a:pt x="0" y="507336"/>
                  <a:pt x="0" y="464291"/>
                </a:cubicBezTo>
                <a:lnTo>
                  <a:pt x="0" y="255702"/>
                </a:lnTo>
                <a:cubicBezTo>
                  <a:pt x="0" y="212657"/>
                  <a:pt x="23324" y="172742"/>
                  <a:pt x="60870" y="151693"/>
                </a:cubicBezTo>
                <a:lnTo>
                  <a:pt x="303306" y="15447"/>
                </a:lnTo>
                <a:cubicBezTo>
                  <a:pt x="321984" y="4970"/>
                  <a:pt x="342417" y="-173"/>
                  <a:pt x="362802" y="5"/>
                </a:cubicBezTo>
                <a:close/>
              </a:path>
            </a:pathLst>
          </a:custGeom>
          <a:solidFill>
            <a:schemeClr val="bg1"/>
          </a:solidFill>
          <a:ln w="9525" cap="flat">
            <a:noFill/>
            <a:miter/>
          </a:ln>
        </p:spPr>
        <p:txBody>
          <a:bodyPr vert="horz" wrap="square" lIns="91440" tIns="45720" rIns="91440" bIns="45720" rtlCol="0" anchor="ctr"/>
          <a:p>
            <a:pPr algn="l">
              <a:lnSpc>
                <a:spcPct val="100000"/>
              </a:lnSpc>
            </a:pPr>
            <a:endParaRPr kumimoji="1" lang="zh-CN" altLang="en-US"/>
          </a:p>
        </p:txBody>
      </p:sp>
      <p:sp>
        <p:nvSpPr>
          <p:cNvPr id="19" name="标题 1"/>
          <p:cNvSpPr txBox="1"/>
          <p:nvPr>
            <p:custDataLst>
              <p:tags r:id="rId15"/>
            </p:custDataLst>
          </p:nvPr>
        </p:nvSpPr>
        <p:spPr>
          <a:xfrm>
            <a:off x="170054" y="2598807"/>
            <a:ext cx="3804068" cy="81149"/>
          </a:xfrm>
          <a:custGeom>
            <a:avLst/>
            <a:gdLst>
              <a:gd name="connsiteX0" fmla="*/ 0 w 4755085"/>
              <a:gd name="connsiteY0" fmla="*/ 0 h 101436"/>
              <a:gd name="connsiteX1" fmla="*/ 4755085 w 4755085"/>
              <a:gd name="connsiteY1" fmla="*/ 0 h 101436"/>
              <a:gd name="connsiteX2" fmla="*/ 4755085 w 4755085"/>
              <a:gd name="connsiteY2" fmla="*/ 16454 h 101436"/>
              <a:gd name="connsiteX3" fmla="*/ 4670103 w 4755085"/>
              <a:gd name="connsiteY3" fmla="*/ 101436 h 101436"/>
              <a:gd name="connsiteX4" fmla="*/ 84983 w 4755085"/>
              <a:gd name="connsiteY4" fmla="*/ 101436 h 101436"/>
              <a:gd name="connsiteX5" fmla="*/ 0 w 4755085"/>
              <a:gd name="connsiteY5" fmla="*/ 16454 h 101436"/>
            </a:gdLst>
            <a:ahLst/>
            <a:cxnLst/>
            <a:rect l="l" t="t" r="r" b="b"/>
            <a:pathLst>
              <a:path w="4755085" h="101436">
                <a:moveTo>
                  <a:pt x="0" y="0"/>
                </a:moveTo>
                <a:lnTo>
                  <a:pt x="4755085" y="0"/>
                </a:lnTo>
                <a:lnTo>
                  <a:pt x="4755085" y="16454"/>
                </a:lnTo>
                <a:cubicBezTo>
                  <a:pt x="4755085" y="63388"/>
                  <a:pt x="4717037" y="101436"/>
                  <a:pt x="4670103" y="101436"/>
                </a:cubicBezTo>
                <a:lnTo>
                  <a:pt x="84983" y="101436"/>
                </a:lnTo>
                <a:cubicBezTo>
                  <a:pt x="38049" y="101436"/>
                  <a:pt x="0" y="63388"/>
                  <a:pt x="0" y="16454"/>
                </a:cubicBezTo>
                <a:close/>
              </a:path>
            </a:pathLst>
          </a:custGeom>
          <a:gradFill>
            <a:gsLst>
              <a:gs pos="0">
                <a:schemeClr val="accent3">
                  <a:lumMod val="60000"/>
                  <a:lumOff val="40000"/>
                  <a:alpha val="100000"/>
                </a:schemeClr>
              </a:gs>
              <a:gs pos="93000">
                <a:schemeClr val="accent3">
                  <a:alpha val="100000"/>
                </a:schemeClr>
              </a:gs>
            </a:gsLst>
            <a:lin ang="3240000" scaled="0"/>
          </a:gradFill>
          <a:ln w="9525" cap="flat">
            <a:noFill/>
            <a:miter/>
          </a:ln>
          <a:effectLst>
            <a:outerShdw blurRad="254000" dist="190500" dir="2700000" sx="105000" sy="105000" algn="t" rotWithShape="0">
              <a:schemeClr val="tx1">
                <a:alpha val="10000"/>
              </a:schemeClr>
            </a:outerShdw>
          </a:effectLst>
        </p:spPr>
        <p:txBody>
          <a:bodyPr vert="horz" wrap="square" lIns="0" tIns="0" rIns="0" bIns="0" rtlCol="0" anchor="ctr"/>
          <a:p>
            <a:pPr algn="ctr">
              <a:lnSpc>
                <a:spcPct val="110000"/>
              </a:lnSpc>
            </a:pPr>
            <a:endParaRPr kumimoji="1" lang="zh-CN" altLang="en-US"/>
          </a:p>
        </p:txBody>
      </p:sp>
      <p:sp>
        <p:nvSpPr>
          <p:cNvPr id="20" name="标题 1"/>
          <p:cNvSpPr txBox="1"/>
          <p:nvPr>
            <p:custDataLst>
              <p:tags r:id="rId16"/>
            </p:custDataLst>
          </p:nvPr>
        </p:nvSpPr>
        <p:spPr>
          <a:xfrm>
            <a:off x="5229782" y="2597537"/>
            <a:ext cx="3804068" cy="81149"/>
          </a:xfrm>
          <a:custGeom>
            <a:avLst/>
            <a:gdLst>
              <a:gd name="connsiteX0" fmla="*/ 0 w 4755085"/>
              <a:gd name="connsiteY0" fmla="*/ 0 h 101436"/>
              <a:gd name="connsiteX1" fmla="*/ 4755085 w 4755085"/>
              <a:gd name="connsiteY1" fmla="*/ 0 h 101436"/>
              <a:gd name="connsiteX2" fmla="*/ 4755085 w 4755085"/>
              <a:gd name="connsiteY2" fmla="*/ 16454 h 101436"/>
              <a:gd name="connsiteX3" fmla="*/ 4670102 w 4755085"/>
              <a:gd name="connsiteY3" fmla="*/ 101436 h 101436"/>
              <a:gd name="connsiteX4" fmla="*/ 84983 w 4755085"/>
              <a:gd name="connsiteY4" fmla="*/ 101436 h 101436"/>
              <a:gd name="connsiteX5" fmla="*/ 0 w 4755085"/>
              <a:gd name="connsiteY5" fmla="*/ 16454 h 101436"/>
            </a:gdLst>
            <a:ahLst/>
            <a:cxnLst/>
            <a:rect l="l" t="t" r="r" b="b"/>
            <a:pathLst>
              <a:path w="4755085" h="101436">
                <a:moveTo>
                  <a:pt x="0" y="0"/>
                </a:moveTo>
                <a:lnTo>
                  <a:pt x="4755085" y="0"/>
                </a:lnTo>
                <a:lnTo>
                  <a:pt x="4755085" y="16454"/>
                </a:lnTo>
                <a:cubicBezTo>
                  <a:pt x="4755085" y="63388"/>
                  <a:pt x="4717036" y="101436"/>
                  <a:pt x="4670102" y="101436"/>
                </a:cubicBezTo>
                <a:lnTo>
                  <a:pt x="84983" y="101436"/>
                </a:lnTo>
                <a:cubicBezTo>
                  <a:pt x="38049" y="101436"/>
                  <a:pt x="0" y="63388"/>
                  <a:pt x="0" y="16454"/>
                </a:cubicBezTo>
                <a:close/>
              </a:path>
            </a:pathLst>
          </a:custGeom>
          <a:gradFill>
            <a:gsLst>
              <a:gs pos="0">
                <a:schemeClr val="accent2">
                  <a:lumMod val="60000"/>
                  <a:lumOff val="40000"/>
                  <a:alpha val="100000"/>
                </a:schemeClr>
              </a:gs>
              <a:gs pos="93000">
                <a:schemeClr val="accent2">
                  <a:alpha val="100000"/>
                </a:schemeClr>
              </a:gs>
            </a:gsLst>
            <a:lin ang="3240000" scaled="0"/>
          </a:gradFill>
          <a:ln w="9525" cap="flat">
            <a:noFill/>
            <a:miter/>
          </a:ln>
          <a:effectLst>
            <a:outerShdw blurRad="254000" dist="190500" dir="2700000" sx="105000" sy="105000" algn="t" rotWithShape="0">
              <a:schemeClr val="tx1">
                <a:alpha val="10000"/>
              </a:schemeClr>
            </a:outerShdw>
          </a:effectLst>
        </p:spPr>
        <p:txBody>
          <a:bodyPr vert="horz" wrap="square" lIns="0" tIns="0" rIns="0" bIns="0" rtlCol="0" anchor="ctr"/>
          <a:p>
            <a:pPr algn="ctr">
              <a:lnSpc>
                <a:spcPct val="110000"/>
              </a:lnSpc>
            </a:pPr>
            <a:endParaRPr kumimoji="1" lang="zh-CN" altLang="en-US"/>
          </a:p>
        </p:txBody>
      </p:sp>
      <p:sp>
        <p:nvSpPr>
          <p:cNvPr id="21" name="标题 1"/>
          <p:cNvSpPr txBox="1"/>
          <p:nvPr>
            <p:custDataLst>
              <p:tags r:id="rId17"/>
            </p:custDataLst>
          </p:nvPr>
        </p:nvSpPr>
        <p:spPr>
          <a:xfrm>
            <a:off x="170054" y="4885388"/>
            <a:ext cx="3804068" cy="81149"/>
          </a:xfrm>
          <a:custGeom>
            <a:avLst/>
            <a:gdLst>
              <a:gd name="connsiteX0" fmla="*/ 0 w 4755085"/>
              <a:gd name="connsiteY0" fmla="*/ 0 h 101436"/>
              <a:gd name="connsiteX1" fmla="*/ 4755085 w 4755085"/>
              <a:gd name="connsiteY1" fmla="*/ 0 h 101436"/>
              <a:gd name="connsiteX2" fmla="*/ 4755085 w 4755085"/>
              <a:gd name="connsiteY2" fmla="*/ 16454 h 101436"/>
              <a:gd name="connsiteX3" fmla="*/ 4670103 w 4755085"/>
              <a:gd name="connsiteY3" fmla="*/ 101436 h 101436"/>
              <a:gd name="connsiteX4" fmla="*/ 84983 w 4755085"/>
              <a:gd name="connsiteY4" fmla="*/ 101436 h 101436"/>
              <a:gd name="connsiteX5" fmla="*/ 0 w 4755085"/>
              <a:gd name="connsiteY5" fmla="*/ 16454 h 101436"/>
            </a:gdLst>
            <a:ahLst/>
            <a:cxnLst/>
            <a:rect l="l" t="t" r="r" b="b"/>
            <a:pathLst>
              <a:path w="4755085" h="101436">
                <a:moveTo>
                  <a:pt x="0" y="0"/>
                </a:moveTo>
                <a:lnTo>
                  <a:pt x="4755085" y="0"/>
                </a:lnTo>
                <a:lnTo>
                  <a:pt x="4755085" y="16454"/>
                </a:lnTo>
                <a:cubicBezTo>
                  <a:pt x="4755085" y="63388"/>
                  <a:pt x="4717037" y="101436"/>
                  <a:pt x="4670103" y="101436"/>
                </a:cubicBezTo>
                <a:lnTo>
                  <a:pt x="84983" y="101436"/>
                </a:lnTo>
                <a:cubicBezTo>
                  <a:pt x="38049" y="101436"/>
                  <a:pt x="0" y="63388"/>
                  <a:pt x="0" y="16454"/>
                </a:cubicBezTo>
                <a:close/>
              </a:path>
            </a:pathLst>
          </a:custGeom>
          <a:gradFill>
            <a:gsLst>
              <a:gs pos="0">
                <a:schemeClr val="accent3">
                  <a:lumMod val="60000"/>
                  <a:lumOff val="40000"/>
                  <a:alpha val="100000"/>
                </a:schemeClr>
              </a:gs>
              <a:gs pos="93000">
                <a:schemeClr val="accent3">
                  <a:alpha val="100000"/>
                </a:schemeClr>
              </a:gs>
            </a:gsLst>
            <a:lin ang="3240000" scaled="0"/>
          </a:gradFill>
          <a:ln w="9525" cap="flat">
            <a:noFill/>
            <a:miter/>
          </a:ln>
          <a:effectLst>
            <a:outerShdw blurRad="254000" dist="190500" dir="2700000" sx="105000" sy="105000" algn="t" rotWithShape="0">
              <a:schemeClr val="tx1">
                <a:alpha val="10000"/>
              </a:schemeClr>
            </a:outerShdw>
          </a:effectLst>
        </p:spPr>
        <p:txBody>
          <a:bodyPr vert="horz" wrap="square" lIns="0" tIns="0" rIns="0" bIns="0" rtlCol="0" anchor="ctr"/>
          <a:p>
            <a:pPr algn="ctr">
              <a:lnSpc>
                <a:spcPct val="110000"/>
              </a:lnSpc>
            </a:pPr>
            <a:endParaRPr kumimoji="1" lang="zh-CN" altLang="en-US"/>
          </a:p>
        </p:txBody>
      </p:sp>
      <p:sp>
        <p:nvSpPr>
          <p:cNvPr id="22" name="标题 1"/>
          <p:cNvSpPr txBox="1"/>
          <p:nvPr>
            <p:custDataLst>
              <p:tags r:id="rId18"/>
            </p:custDataLst>
          </p:nvPr>
        </p:nvSpPr>
        <p:spPr>
          <a:xfrm>
            <a:off x="5229782" y="4884118"/>
            <a:ext cx="3804068" cy="81149"/>
          </a:xfrm>
          <a:custGeom>
            <a:avLst/>
            <a:gdLst>
              <a:gd name="connsiteX0" fmla="*/ 0 w 4755085"/>
              <a:gd name="connsiteY0" fmla="*/ 0 h 101436"/>
              <a:gd name="connsiteX1" fmla="*/ 4755085 w 4755085"/>
              <a:gd name="connsiteY1" fmla="*/ 0 h 101436"/>
              <a:gd name="connsiteX2" fmla="*/ 4755085 w 4755085"/>
              <a:gd name="connsiteY2" fmla="*/ 16454 h 101436"/>
              <a:gd name="connsiteX3" fmla="*/ 4670102 w 4755085"/>
              <a:gd name="connsiteY3" fmla="*/ 101436 h 101436"/>
              <a:gd name="connsiteX4" fmla="*/ 84983 w 4755085"/>
              <a:gd name="connsiteY4" fmla="*/ 101436 h 101436"/>
              <a:gd name="connsiteX5" fmla="*/ 0 w 4755085"/>
              <a:gd name="connsiteY5" fmla="*/ 16454 h 101436"/>
            </a:gdLst>
            <a:ahLst/>
            <a:cxnLst/>
            <a:rect l="l" t="t" r="r" b="b"/>
            <a:pathLst>
              <a:path w="4755085" h="101436">
                <a:moveTo>
                  <a:pt x="0" y="0"/>
                </a:moveTo>
                <a:lnTo>
                  <a:pt x="4755085" y="0"/>
                </a:lnTo>
                <a:lnTo>
                  <a:pt x="4755085" y="16454"/>
                </a:lnTo>
                <a:cubicBezTo>
                  <a:pt x="4755085" y="63388"/>
                  <a:pt x="4717036" y="101436"/>
                  <a:pt x="4670102" y="101436"/>
                </a:cubicBezTo>
                <a:lnTo>
                  <a:pt x="84983" y="101436"/>
                </a:lnTo>
                <a:cubicBezTo>
                  <a:pt x="38049" y="101436"/>
                  <a:pt x="0" y="63388"/>
                  <a:pt x="0" y="16454"/>
                </a:cubicBezTo>
                <a:close/>
              </a:path>
            </a:pathLst>
          </a:custGeom>
          <a:gradFill>
            <a:gsLst>
              <a:gs pos="0">
                <a:schemeClr val="accent2">
                  <a:lumMod val="60000"/>
                  <a:lumOff val="40000"/>
                  <a:alpha val="100000"/>
                </a:schemeClr>
              </a:gs>
              <a:gs pos="93000">
                <a:schemeClr val="accent2">
                  <a:alpha val="100000"/>
                </a:schemeClr>
              </a:gs>
            </a:gsLst>
            <a:lin ang="3240000" scaled="0"/>
          </a:gradFill>
          <a:ln w="9525" cap="flat">
            <a:noFill/>
            <a:miter/>
          </a:ln>
          <a:effectLst>
            <a:outerShdw blurRad="254000" dist="190500" dir="2700000" sx="105000" sy="105000" algn="t" rotWithShape="0">
              <a:schemeClr val="tx1">
                <a:alpha val="10000"/>
              </a:schemeClr>
            </a:outerShdw>
          </a:effectLst>
        </p:spPr>
        <p:txBody>
          <a:bodyPr vert="horz" wrap="square" lIns="0" tIns="0" rIns="0" bIns="0" rtlCol="0" anchor="ctr"/>
          <a:p>
            <a:pPr algn="ctr">
              <a:lnSpc>
                <a:spcPct val="110000"/>
              </a:lnSpc>
            </a:pPr>
            <a:endParaRPr kumimoji="1" lang="zh-CN" altLang="en-US"/>
          </a:p>
        </p:txBody>
      </p:sp>
      <p:sp>
        <p:nvSpPr>
          <p:cNvPr id="23" name="标题 1"/>
          <p:cNvSpPr txBox="1"/>
          <p:nvPr>
            <p:custDataLst>
              <p:tags r:id="rId19"/>
            </p:custDataLst>
          </p:nvPr>
        </p:nvSpPr>
        <p:spPr>
          <a:xfrm>
            <a:off x="512103" y="1238041"/>
            <a:ext cx="3297079" cy="273426"/>
          </a:xfrm>
          <a:prstGeom prst="rect">
            <a:avLst/>
          </a:prstGeom>
          <a:noFill/>
          <a:ln cap="sq">
            <a:noFill/>
          </a:ln>
          <a:effectLst/>
        </p:spPr>
        <p:txBody>
          <a:bodyPr vert="horz" wrap="square" lIns="64008" tIns="32004" rIns="64008" bIns="32004" rtlCol="0" anchor="ctr"/>
          <a:p>
            <a:pPr algn="l">
              <a:lnSpc>
                <a:spcPct val="110000"/>
              </a:lnSpc>
            </a:pPr>
            <a:r>
              <a:rPr kumimoji="1" lang="en-US" altLang="zh-CN" sz="1600">
                <a:ln w="12700">
                  <a:noFill/>
                </a:ln>
                <a:solidFill>
                  <a:srgbClr val="404040">
                    <a:alpha val="100000"/>
                  </a:srgbClr>
                </a:solidFill>
                <a:latin typeface="Source Han Sans CN Bold" panose="020B0800000000000000" charset="-122"/>
                <a:ea typeface="Source Han Sans CN Bold" panose="020B0800000000000000" charset="-122"/>
                <a:cs typeface="Source Han Sans CN Bold" panose="020B0800000000000000" charset="-122"/>
              </a:rPr>
              <a:t>数据集与预处理</a:t>
            </a:r>
            <a:endParaRPr kumimoji="1" lang="zh-CN" altLang="en-US"/>
          </a:p>
        </p:txBody>
      </p:sp>
      <p:sp>
        <p:nvSpPr>
          <p:cNvPr id="24" name="标题 1"/>
          <p:cNvSpPr txBox="1"/>
          <p:nvPr>
            <p:custDataLst>
              <p:tags r:id="rId20"/>
            </p:custDataLst>
          </p:nvPr>
        </p:nvSpPr>
        <p:spPr>
          <a:xfrm>
            <a:off x="509638" y="1595444"/>
            <a:ext cx="3291840" cy="623018"/>
          </a:xfrm>
          <a:prstGeom prst="rect">
            <a:avLst/>
          </a:prstGeom>
          <a:noFill/>
          <a:ln cap="sq">
            <a:noFill/>
          </a:ln>
        </p:spPr>
        <p:txBody>
          <a:bodyPr vert="horz" wrap="square" lIns="38102" tIns="38102" rIns="38102" bIns="38102" rtlCol="0" anchor="t"/>
          <a:p>
            <a:pPr algn="l">
              <a:lnSpc>
                <a:spcPct val="150000"/>
              </a:lnSpc>
            </a:pPr>
            <a:r>
              <a:rPr kumimoji="1" lang="en-US" altLang="zh-CN" sz="1000">
                <a:ln w="12700">
                  <a:noFill/>
                </a:ln>
                <a:solidFill>
                  <a:srgbClr val="404040">
                    <a:alpha val="100000"/>
                  </a:srgbClr>
                </a:solidFill>
                <a:latin typeface="宋体" panose="02010600030101010101" pitchFamily="2" charset="-122"/>
                <a:ea typeface="宋体" panose="02010600030101010101" pitchFamily="2" charset="-122"/>
                <a:cs typeface="宋体" panose="02010600030101010101" pitchFamily="2" charset="-122"/>
              </a:rPr>
              <a:t>使用Kaggle的代谢综合征数据集进行模型训练，该数据集包含2401个样本，涵盖人口统计学特征和临床指标。对数据进行预处理，包括缺失值填充、特征离散化、标签编码等操作，为模型训练提供高质量的数据基础。</a:t>
            </a:r>
            <a:endParaRPr kumimoji="1" lang="en-US" altLang="zh-CN" sz="1000">
              <a:ln w="12700">
                <a:noFill/>
              </a:ln>
              <a:solidFill>
                <a:srgbClr val="404040">
                  <a:alpha val="100000"/>
                </a:srgbClr>
              </a:solidFill>
              <a:latin typeface="宋体" panose="02010600030101010101" pitchFamily="2" charset="-122"/>
              <a:ea typeface="宋体" panose="02010600030101010101" pitchFamily="2" charset="-122"/>
              <a:cs typeface="宋体" panose="02010600030101010101" pitchFamily="2" charset="-122"/>
            </a:endParaRPr>
          </a:p>
        </p:txBody>
      </p:sp>
      <p:sp>
        <p:nvSpPr>
          <p:cNvPr id="25" name="标题 1"/>
          <p:cNvSpPr txBox="1"/>
          <p:nvPr>
            <p:custDataLst>
              <p:tags r:id="rId21"/>
            </p:custDataLst>
          </p:nvPr>
        </p:nvSpPr>
        <p:spPr>
          <a:xfrm>
            <a:off x="511468" y="3573571"/>
            <a:ext cx="3297079" cy="273426"/>
          </a:xfrm>
          <a:prstGeom prst="rect">
            <a:avLst/>
          </a:prstGeom>
          <a:noFill/>
          <a:ln cap="sq">
            <a:noFill/>
          </a:ln>
          <a:effectLst/>
        </p:spPr>
        <p:txBody>
          <a:bodyPr vert="horz" wrap="square" lIns="64008" tIns="32004" rIns="64008" bIns="32004" rtlCol="0" anchor="ctr"/>
          <a:p>
            <a:pPr algn="l">
              <a:lnSpc>
                <a:spcPct val="110000"/>
              </a:lnSpc>
            </a:pPr>
            <a:r>
              <a:rPr kumimoji="1" lang="en-US" altLang="zh-CN" sz="1600">
                <a:ln w="12700">
                  <a:noFill/>
                </a:ln>
                <a:solidFill>
                  <a:srgbClr val="404040">
                    <a:alpha val="100000"/>
                  </a:srgbClr>
                </a:solidFill>
                <a:latin typeface="Source Han Sans CN Bold" panose="020B0800000000000000" charset="-122"/>
                <a:ea typeface="Source Han Sans CN Bold" panose="020B0800000000000000" charset="-122"/>
                <a:cs typeface="Source Han Sans CN Bold" panose="020B0800000000000000" charset="-122"/>
              </a:rPr>
              <a:t>模型训练与优化</a:t>
            </a:r>
            <a:endParaRPr kumimoji="1" lang="zh-CN" altLang="en-US"/>
          </a:p>
        </p:txBody>
      </p:sp>
      <p:sp>
        <p:nvSpPr>
          <p:cNvPr id="26" name="标题 1"/>
          <p:cNvSpPr txBox="1"/>
          <p:nvPr>
            <p:custDataLst>
              <p:tags r:id="rId22"/>
            </p:custDataLst>
          </p:nvPr>
        </p:nvSpPr>
        <p:spPr>
          <a:xfrm>
            <a:off x="531228" y="3903034"/>
            <a:ext cx="3291840" cy="562058"/>
          </a:xfrm>
          <a:prstGeom prst="rect">
            <a:avLst/>
          </a:prstGeom>
          <a:noFill/>
          <a:ln cap="sq">
            <a:noFill/>
          </a:ln>
        </p:spPr>
        <p:txBody>
          <a:bodyPr vert="horz" wrap="square" lIns="38102" tIns="38102" rIns="38102" bIns="38102" rtlCol="0" anchor="t"/>
          <a:p>
            <a:pPr algn="l">
              <a:lnSpc>
                <a:spcPct val="150000"/>
              </a:lnSpc>
            </a:pPr>
            <a:r>
              <a:rPr kumimoji="1" lang="en-US" altLang="zh-CN" sz="1000">
                <a:ln w="12700">
                  <a:noFill/>
                </a:ln>
                <a:solidFill>
                  <a:srgbClr val="404040">
                    <a:alpha val="100000"/>
                  </a:srgbClr>
                </a:solidFill>
                <a:latin typeface="宋体" panose="02010600030101010101" pitchFamily="2" charset="-122"/>
                <a:ea typeface="宋体" panose="02010600030101010101" pitchFamily="2" charset="-122"/>
                <a:cs typeface="宋体" panose="02010600030101010101" pitchFamily="2" charset="-122"/>
              </a:rPr>
              <a:t>比较多种机器学习模型，最终选择梯度提升模型作为基础预测模型，并采用网格搜索结合交叉验证的方法对其超参数进行优化，使模型在测试集上达到86.90%的准确率，为临床筛查和健康管理提供有力支持。</a:t>
            </a:r>
            <a:endParaRPr kumimoji="1" lang="en-US" altLang="zh-CN" sz="1000">
              <a:ln w="12700">
                <a:noFill/>
              </a:ln>
              <a:solidFill>
                <a:srgbClr val="404040">
                  <a:alpha val="100000"/>
                </a:srgbClr>
              </a:solidFill>
              <a:latin typeface="宋体" panose="02010600030101010101" pitchFamily="2" charset="-122"/>
              <a:ea typeface="宋体" panose="02010600030101010101" pitchFamily="2" charset="-122"/>
              <a:cs typeface="宋体" panose="02010600030101010101" pitchFamily="2" charset="-122"/>
            </a:endParaRPr>
          </a:p>
        </p:txBody>
      </p:sp>
      <p:sp>
        <p:nvSpPr>
          <p:cNvPr id="27" name="标题 1"/>
          <p:cNvSpPr txBox="1"/>
          <p:nvPr>
            <p:custDataLst>
              <p:tags r:id="rId23"/>
            </p:custDataLst>
          </p:nvPr>
        </p:nvSpPr>
        <p:spPr>
          <a:xfrm>
            <a:off x="5698858" y="3896684"/>
            <a:ext cx="3291840" cy="521418"/>
          </a:xfrm>
          <a:prstGeom prst="rect">
            <a:avLst/>
          </a:prstGeom>
          <a:noFill/>
          <a:ln cap="sq">
            <a:noFill/>
          </a:ln>
        </p:spPr>
        <p:txBody>
          <a:bodyPr vert="horz" wrap="square" lIns="38102" tIns="38102" rIns="38102" bIns="38102" rtlCol="0" anchor="t"/>
          <a:p>
            <a:pPr algn="l">
              <a:lnSpc>
                <a:spcPct val="150000"/>
              </a:lnSpc>
            </a:pPr>
            <a:r>
              <a:rPr kumimoji="1" lang="en-US" altLang="zh-CN" sz="1000">
                <a:ln w="12700">
                  <a:noFill/>
                </a:ln>
                <a:solidFill>
                  <a:srgbClr val="404040">
                    <a:alpha val="100000"/>
                  </a:srgbClr>
                </a:solidFill>
                <a:latin typeface="宋体" panose="02010600030101010101" pitchFamily="2" charset="-122"/>
                <a:ea typeface="宋体" panose="02010600030101010101" pitchFamily="2" charset="-122"/>
                <a:cs typeface="Source Han Sans" panose="020B0400000000000000" charset="-122"/>
              </a:rPr>
              <a:t>将优化后的梯度提升模型部署在健康档案模块中，当管理员或员工更新客户健康档案后，系统自动调用模型预测客户患代谢综合征的概率，并将结果填入健康档案，为医护人员提供决策参考，实现疾病的早期预警和干预。</a:t>
            </a:r>
            <a:endParaRPr kumimoji="1" lang="en-US" altLang="zh-CN" sz="1000">
              <a:ln w="12700">
                <a:noFill/>
              </a:ln>
              <a:solidFill>
                <a:srgbClr val="404040">
                  <a:alpha val="100000"/>
                </a:srgbClr>
              </a:solidFill>
              <a:latin typeface="宋体" panose="02010600030101010101" pitchFamily="2" charset="-122"/>
              <a:ea typeface="宋体" panose="02010600030101010101" pitchFamily="2" charset="-122"/>
              <a:cs typeface="Source Han Sans" panose="020B0400000000000000" charset="-122"/>
            </a:endParaRPr>
          </a:p>
        </p:txBody>
      </p:sp>
      <p:sp>
        <p:nvSpPr>
          <p:cNvPr id="28" name="标题 1"/>
          <p:cNvSpPr txBox="1"/>
          <p:nvPr>
            <p:custDataLst>
              <p:tags r:id="rId24"/>
            </p:custDataLst>
          </p:nvPr>
        </p:nvSpPr>
        <p:spPr>
          <a:xfrm>
            <a:off x="5708943" y="3571666"/>
            <a:ext cx="3297079" cy="273426"/>
          </a:xfrm>
          <a:prstGeom prst="rect">
            <a:avLst/>
          </a:prstGeom>
          <a:noFill/>
          <a:ln cap="sq">
            <a:noFill/>
          </a:ln>
          <a:effectLst/>
        </p:spPr>
        <p:txBody>
          <a:bodyPr vert="horz" wrap="square" lIns="64008" tIns="32004" rIns="64008" bIns="32004" rtlCol="0" anchor="ctr"/>
          <a:p>
            <a:pPr algn="l">
              <a:lnSpc>
                <a:spcPct val="110000"/>
              </a:lnSpc>
            </a:pPr>
            <a:r>
              <a:rPr kumimoji="1" lang="en-US" altLang="zh-CN" sz="1600">
                <a:ln w="12700">
                  <a:noFill/>
                </a:ln>
                <a:solidFill>
                  <a:srgbClr val="404040">
                    <a:alpha val="100000"/>
                  </a:srgbClr>
                </a:solidFill>
                <a:latin typeface="Source Han Sans CN Bold" panose="020B0800000000000000" charset="-122"/>
                <a:ea typeface="Source Han Sans CN Bold" panose="020B0800000000000000" charset="-122"/>
                <a:cs typeface="Source Han Sans CN Bold" panose="020B0800000000000000" charset="-122"/>
              </a:rPr>
              <a:t>模型部署与应用</a:t>
            </a:r>
            <a:endParaRPr kumimoji="1" lang="zh-CN" altLang="en-US"/>
          </a:p>
        </p:txBody>
      </p:sp>
      <p:sp>
        <p:nvSpPr>
          <p:cNvPr id="29" name="标题 1"/>
          <p:cNvSpPr txBox="1"/>
          <p:nvPr>
            <p:custDataLst>
              <p:tags r:id="rId25"/>
            </p:custDataLst>
          </p:nvPr>
        </p:nvSpPr>
        <p:spPr>
          <a:xfrm>
            <a:off x="5708383" y="1603064"/>
            <a:ext cx="3291840" cy="623018"/>
          </a:xfrm>
          <a:prstGeom prst="rect">
            <a:avLst/>
          </a:prstGeom>
          <a:noFill/>
          <a:ln cap="sq">
            <a:noFill/>
          </a:ln>
        </p:spPr>
        <p:txBody>
          <a:bodyPr vert="horz" wrap="square" lIns="38102" tIns="38102" rIns="38102" bIns="38102" rtlCol="0" anchor="t"/>
          <a:p>
            <a:pPr algn="l">
              <a:lnSpc>
                <a:spcPct val="150000"/>
              </a:lnSpc>
            </a:pPr>
            <a:r>
              <a:rPr kumimoji="1" lang="en-US" altLang="zh-CN" sz="1000">
                <a:ln w="12700">
                  <a:noFill/>
                </a:ln>
                <a:solidFill>
                  <a:srgbClr val="404040">
                    <a:alpha val="100000"/>
                  </a:srgbClr>
                </a:solidFill>
                <a:latin typeface="宋体" panose="02010600030101010101" pitchFamily="2" charset="-122"/>
                <a:ea typeface="宋体" panose="02010600030101010101" pitchFamily="2" charset="-122"/>
                <a:cs typeface="宋体" panose="02010600030101010101" pitchFamily="2" charset="-122"/>
              </a:rPr>
              <a:t>基于现有特征创建复合特征，如腰围与BMI的比率、血糖与HDL- C的比率等，以增强模型对复杂生物模式的识别能力。通过随机森林算法评估特征重要性，选择10个关键特征进行建模，提高模型的可解释性和预测性能。</a:t>
            </a:r>
            <a:endParaRPr kumimoji="1" lang="en-US" altLang="zh-CN" sz="1000">
              <a:ln w="12700">
                <a:noFill/>
              </a:ln>
              <a:solidFill>
                <a:srgbClr val="404040">
                  <a:alpha val="100000"/>
                </a:srgbClr>
              </a:solidFill>
              <a:latin typeface="宋体" panose="02010600030101010101" pitchFamily="2" charset="-122"/>
              <a:ea typeface="宋体" panose="02010600030101010101" pitchFamily="2" charset="-122"/>
              <a:cs typeface="宋体" panose="02010600030101010101" pitchFamily="2" charset="-122"/>
            </a:endParaRPr>
          </a:p>
        </p:txBody>
      </p:sp>
      <p:sp>
        <p:nvSpPr>
          <p:cNvPr id="30" name="标题 1"/>
          <p:cNvSpPr txBox="1"/>
          <p:nvPr>
            <p:custDataLst>
              <p:tags r:id="rId26"/>
            </p:custDataLst>
          </p:nvPr>
        </p:nvSpPr>
        <p:spPr>
          <a:xfrm>
            <a:off x="5725453" y="1241216"/>
            <a:ext cx="3297079" cy="273426"/>
          </a:xfrm>
          <a:prstGeom prst="rect">
            <a:avLst/>
          </a:prstGeom>
          <a:noFill/>
          <a:ln cap="sq">
            <a:noFill/>
          </a:ln>
          <a:effectLst/>
        </p:spPr>
        <p:txBody>
          <a:bodyPr vert="horz" wrap="square" lIns="64008" tIns="32004" rIns="64008" bIns="32004" rtlCol="0" anchor="ctr"/>
          <a:p>
            <a:pPr algn="l">
              <a:lnSpc>
                <a:spcPct val="110000"/>
              </a:lnSpc>
            </a:pPr>
            <a:r>
              <a:rPr kumimoji="1" lang="en-US" altLang="zh-CN" sz="1600">
                <a:ln w="12700">
                  <a:noFill/>
                </a:ln>
                <a:solidFill>
                  <a:srgbClr val="404040">
                    <a:alpha val="100000"/>
                  </a:srgbClr>
                </a:solidFill>
                <a:latin typeface="Source Han Sans CN Bold" panose="020B0800000000000000" charset="-122"/>
                <a:ea typeface="Source Han Sans CN Bold" panose="020B0800000000000000" charset="-122"/>
                <a:cs typeface="Source Han Sans CN Bold" panose="020B0800000000000000" charset="-122"/>
              </a:rPr>
              <a:t>特征工程与选择</a:t>
            </a:r>
            <a:endParaRPr kumimoji="1" lang="zh-CN" altLang="en-US"/>
          </a:p>
        </p:txBody>
      </p:sp>
    </p:spTree>
  </p:cSld>
  <p:clrMapOvr>
    <a:masterClrMapping/>
  </p:clrMapOvr>
  <mc:AlternateContent xmlns:mc="http://schemas.openxmlformats.org/markup-compatibility/2006">
    <mc:Choice xmlns:p14="http://schemas.microsoft.com/office/powerpoint/2010/main" Requires="p14">
      <p:transition spd="slow" p14:dur="1500"/>
    </mc:Choice>
    <mc:Fallback>
      <p:transition spd="slow"/>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框 5"/>
          <p:cNvSpPr txBox="1">
            <a:spLocks noChangeArrowheads="1"/>
          </p:cNvSpPr>
          <p:nvPr/>
        </p:nvSpPr>
        <p:spPr bwMode="auto">
          <a:xfrm>
            <a:off x="3812311" y="2298080"/>
            <a:ext cx="140716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fontAlgn="base">
              <a:spcBef>
                <a:spcPct val="0"/>
              </a:spcBef>
              <a:spcAft>
                <a:spcPct val="0"/>
              </a:spcAft>
              <a:defRPr/>
            </a:pPr>
            <a:r>
              <a:rPr lang="zh-CN" altLang="en-US" sz="2400" b="1" dirty="0">
                <a:solidFill>
                  <a:srgbClr val="27506E"/>
                </a:solidFill>
                <a:latin typeface="宋体" panose="02010600030101010101" pitchFamily="2" charset="-122"/>
                <a:ea typeface="宋体" panose="02010600030101010101" pitchFamily="2" charset="-122"/>
              </a:rPr>
              <a:t>系统</a:t>
            </a:r>
            <a:r>
              <a:rPr lang="zh-CN" altLang="en-US" sz="2400" b="1" dirty="0">
                <a:solidFill>
                  <a:srgbClr val="27506E"/>
                </a:solidFill>
                <a:latin typeface="宋体" panose="02010600030101010101" pitchFamily="2" charset="-122"/>
                <a:ea typeface="宋体" panose="02010600030101010101" pitchFamily="2" charset="-122"/>
              </a:rPr>
              <a:t>测试</a:t>
            </a:r>
            <a:endParaRPr lang="zh-CN" altLang="en-US" sz="2400" b="1" dirty="0">
              <a:solidFill>
                <a:srgbClr val="27506E"/>
              </a:solidFill>
              <a:latin typeface="宋体" panose="02010600030101010101" pitchFamily="2" charset="-122"/>
              <a:ea typeface="宋体" panose="02010600030101010101" pitchFamily="2" charset="-122"/>
            </a:endParaRPr>
          </a:p>
        </p:txBody>
      </p:sp>
      <p:cxnSp>
        <p:nvCxnSpPr>
          <p:cNvPr id="18" name="直接连接符 17"/>
          <p:cNvCxnSpPr/>
          <p:nvPr/>
        </p:nvCxnSpPr>
        <p:spPr>
          <a:xfrm>
            <a:off x="4296861" y="2814629"/>
            <a:ext cx="439032"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49" name="组合 48"/>
          <p:cNvGrpSpPr>
            <a:grpSpLocks noChangeAspect="1"/>
          </p:cNvGrpSpPr>
          <p:nvPr/>
        </p:nvGrpSpPr>
        <p:grpSpPr>
          <a:xfrm>
            <a:off x="3062227" y="3186854"/>
            <a:ext cx="2908300" cy="478155"/>
            <a:chOff x="6350" y="1903413"/>
            <a:chExt cx="12182476" cy="2000250"/>
          </a:xfrm>
        </p:grpSpPr>
        <p:sp>
          <p:nvSpPr>
            <p:cNvPr id="50" name="Freeform 16"/>
            <p:cNvSpPr/>
            <p:nvPr/>
          </p:nvSpPr>
          <p:spPr bwMode="auto">
            <a:xfrm>
              <a:off x="6350" y="2878138"/>
              <a:ext cx="6091238" cy="1025525"/>
            </a:xfrm>
            <a:custGeom>
              <a:avLst/>
              <a:gdLst>
                <a:gd name="T0" fmla="*/ 1920 w 1920"/>
                <a:gd name="T1" fmla="*/ 323 h 323"/>
                <a:gd name="T2" fmla="*/ 1209 w 1920"/>
                <a:gd name="T3" fmla="*/ 38 h 323"/>
                <a:gd name="T4" fmla="*/ 0 w 1920"/>
                <a:gd name="T5" fmla="*/ 86 h 323"/>
              </a:gdLst>
              <a:ahLst/>
              <a:cxnLst>
                <a:cxn ang="0">
                  <a:pos x="T0" y="T1"/>
                </a:cxn>
                <a:cxn ang="0">
                  <a:pos x="T2" y="T3"/>
                </a:cxn>
                <a:cxn ang="0">
                  <a:pos x="T4" y="T5"/>
                </a:cxn>
              </a:cxnLst>
              <a:rect l="0" t="0" r="r" b="b"/>
              <a:pathLst>
                <a:path w="1920" h="323">
                  <a:moveTo>
                    <a:pt x="1920" y="323"/>
                  </a:moveTo>
                  <a:cubicBezTo>
                    <a:pt x="1742" y="142"/>
                    <a:pt x="1510" y="77"/>
                    <a:pt x="1209" y="38"/>
                  </a:cubicBezTo>
                  <a:cubicBezTo>
                    <a:pt x="928" y="2"/>
                    <a:pt x="495" y="0"/>
                    <a:pt x="0" y="86"/>
                  </a:cubicBezTo>
                </a:path>
              </a:pathLst>
            </a:custGeom>
            <a:noFill/>
            <a:ln w="63500" cap="flat">
              <a:solidFill>
                <a:schemeClr val="accent1"/>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黑体" panose="02010609060101010101" pitchFamily="49" charset="-122"/>
                <a:ea typeface="黑体" panose="02010609060101010101" pitchFamily="49" charset="-122"/>
              </a:endParaRPr>
            </a:p>
          </p:txBody>
        </p:sp>
        <p:sp>
          <p:nvSpPr>
            <p:cNvPr id="51" name="Freeform 17"/>
            <p:cNvSpPr/>
            <p:nvPr/>
          </p:nvSpPr>
          <p:spPr bwMode="auto">
            <a:xfrm>
              <a:off x="6350" y="3068638"/>
              <a:ext cx="6091238" cy="835025"/>
            </a:xfrm>
            <a:custGeom>
              <a:avLst/>
              <a:gdLst>
                <a:gd name="T0" fmla="*/ 1920 w 1920"/>
                <a:gd name="T1" fmla="*/ 263 h 263"/>
                <a:gd name="T2" fmla="*/ 1155 w 1920"/>
                <a:gd name="T3" fmla="*/ 28 h 263"/>
                <a:gd name="T4" fmla="*/ 0 w 1920"/>
                <a:gd name="T5" fmla="*/ 59 h 263"/>
              </a:gdLst>
              <a:ahLst/>
              <a:cxnLst>
                <a:cxn ang="0">
                  <a:pos x="T0" y="T1"/>
                </a:cxn>
                <a:cxn ang="0">
                  <a:pos x="T2" y="T3"/>
                </a:cxn>
                <a:cxn ang="0">
                  <a:pos x="T4" y="T5"/>
                </a:cxn>
              </a:cxnLst>
              <a:rect l="0" t="0" r="r" b="b"/>
              <a:pathLst>
                <a:path w="1920" h="263">
                  <a:moveTo>
                    <a:pt x="1920" y="263"/>
                  </a:moveTo>
                  <a:cubicBezTo>
                    <a:pt x="1671" y="92"/>
                    <a:pt x="1458" y="53"/>
                    <a:pt x="1155" y="28"/>
                  </a:cubicBezTo>
                  <a:cubicBezTo>
                    <a:pt x="807" y="0"/>
                    <a:pt x="479" y="6"/>
                    <a:pt x="0" y="59"/>
                  </a:cubicBezTo>
                </a:path>
              </a:pathLst>
            </a:custGeom>
            <a:noFill/>
            <a:ln w="63500" cap="flat">
              <a:solidFill>
                <a:schemeClr val="accent1"/>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黑体" panose="02010609060101010101" pitchFamily="49" charset="-122"/>
                <a:ea typeface="黑体" panose="02010609060101010101" pitchFamily="49" charset="-122"/>
              </a:endParaRPr>
            </a:p>
          </p:txBody>
        </p:sp>
        <p:sp>
          <p:nvSpPr>
            <p:cNvPr id="52" name="Freeform 18"/>
            <p:cNvSpPr/>
            <p:nvPr/>
          </p:nvSpPr>
          <p:spPr bwMode="auto">
            <a:xfrm>
              <a:off x="6097588" y="3068638"/>
              <a:ext cx="6091238" cy="835025"/>
            </a:xfrm>
            <a:custGeom>
              <a:avLst/>
              <a:gdLst>
                <a:gd name="T0" fmla="*/ 0 w 1920"/>
                <a:gd name="T1" fmla="*/ 263 h 263"/>
                <a:gd name="T2" fmla="*/ 764 w 1920"/>
                <a:gd name="T3" fmla="*/ 28 h 263"/>
                <a:gd name="T4" fmla="*/ 1920 w 1920"/>
                <a:gd name="T5" fmla="*/ 59 h 263"/>
              </a:gdLst>
              <a:ahLst/>
              <a:cxnLst>
                <a:cxn ang="0">
                  <a:pos x="T0" y="T1"/>
                </a:cxn>
                <a:cxn ang="0">
                  <a:pos x="T2" y="T3"/>
                </a:cxn>
                <a:cxn ang="0">
                  <a:pos x="T4" y="T5"/>
                </a:cxn>
              </a:cxnLst>
              <a:rect l="0" t="0" r="r" b="b"/>
              <a:pathLst>
                <a:path w="1920" h="263">
                  <a:moveTo>
                    <a:pt x="0" y="263"/>
                  </a:moveTo>
                  <a:cubicBezTo>
                    <a:pt x="249" y="92"/>
                    <a:pt x="462" y="53"/>
                    <a:pt x="764" y="28"/>
                  </a:cubicBezTo>
                  <a:cubicBezTo>
                    <a:pt x="1112" y="0"/>
                    <a:pt x="1441" y="6"/>
                    <a:pt x="1920" y="59"/>
                  </a:cubicBezTo>
                </a:path>
              </a:pathLst>
            </a:custGeom>
            <a:noFill/>
            <a:ln w="63500" cap="flat">
              <a:solidFill>
                <a:schemeClr val="accent1"/>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黑体" panose="02010609060101010101" pitchFamily="49" charset="-122"/>
                <a:ea typeface="黑体" panose="02010609060101010101" pitchFamily="49" charset="-122"/>
              </a:endParaRPr>
            </a:p>
          </p:txBody>
        </p:sp>
        <p:sp>
          <p:nvSpPr>
            <p:cNvPr id="53" name="Freeform 19"/>
            <p:cNvSpPr/>
            <p:nvPr/>
          </p:nvSpPr>
          <p:spPr bwMode="auto">
            <a:xfrm>
              <a:off x="346075" y="2484438"/>
              <a:ext cx="5751513" cy="1419225"/>
            </a:xfrm>
            <a:custGeom>
              <a:avLst/>
              <a:gdLst>
                <a:gd name="T0" fmla="*/ 1813 w 1813"/>
                <a:gd name="T1" fmla="*/ 447 h 447"/>
                <a:gd name="T2" fmla="*/ 1000 w 1813"/>
                <a:gd name="T3" fmla="*/ 42 h 447"/>
                <a:gd name="T4" fmla="*/ 0 w 1813"/>
                <a:gd name="T5" fmla="*/ 82 h 447"/>
              </a:gdLst>
              <a:ahLst/>
              <a:cxnLst>
                <a:cxn ang="0">
                  <a:pos x="T0" y="T1"/>
                </a:cxn>
                <a:cxn ang="0">
                  <a:pos x="T2" y="T3"/>
                </a:cxn>
                <a:cxn ang="0">
                  <a:pos x="T4" y="T5"/>
                </a:cxn>
              </a:cxnLst>
              <a:rect l="0" t="0" r="r" b="b"/>
              <a:pathLst>
                <a:path w="1813" h="447">
                  <a:moveTo>
                    <a:pt x="1813" y="447"/>
                  </a:moveTo>
                  <a:cubicBezTo>
                    <a:pt x="1682" y="209"/>
                    <a:pt x="1314" y="90"/>
                    <a:pt x="1000" y="42"/>
                  </a:cubicBezTo>
                  <a:cubicBezTo>
                    <a:pt x="723" y="0"/>
                    <a:pt x="385" y="9"/>
                    <a:pt x="0" y="82"/>
                  </a:cubicBezTo>
                </a:path>
              </a:pathLst>
            </a:custGeom>
            <a:noFill/>
            <a:ln w="63500" cap="flat">
              <a:solidFill>
                <a:schemeClr val="accent1"/>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黑体" panose="02010609060101010101" pitchFamily="49" charset="-122"/>
                <a:ea typeface="黑体" panose="02010609060101010101" pitchFamily="49" charset="-122"/>
              </a:endParaRPr>
            </a:p>
          </p:txBody>
        </p:sp>
        <p:sp>
          <p:nvSpPr>
            <p:cNvPr id="54" name="Freeform 20"/>
            <p:cNvSpPr/>
            <p:nvPr/>
          </p:nvSpPr>
          <p:spPr bwMode="auto">
            <a:xfrm>
              <a:off x="765175" y="1903413"/>
              <a:ext cx="5332413" cy="2000250"/>
            </a:xfrm>
            <a:custGeom>
              <a:avLst/>
              <a:gdLst>
                <a:gd name="T0" fmla="*/ 1681 w 1681"/>
                <a:gd name="T1" fmla="*/ 630 h 630"/>
                <a:gd name="T2" fmla="*/ 891 w 1681"/>
                <a:gd name="T3" fmla="*/ 85 h 630"/>
                <a:gd name="T4" fmla="*/ 0 w 1681"/>
                <a:gd name="T5" fmla="*/ 22 h 630"/>
              </a:gdLst>
              <a:ahLst/>
              <a:cxnLst>
                <a:cxn ang="0">
                  <a:pos x="T0" y="T1"/>
                </a:cxn>
                <a:cxn ang="0">
                  <a:pos x="T2" y="T3"/>
                </a:cxn>
                <a:cxn ang="0">
                  <a:pos x="T4" y="T5"/>
                </a:cxn>
              </a:cxnLst>
              <a:rect l="0" t="0" r="r" b="b"/>
              <a:pathLst>
                <a:path w="1681" h="630">
                  <a:moveTo>
                    <a:pt x="1681" y="630"/>
                  </a:moveTo>
                  <a:cubicBezTo>
                    <a:pt x="1557" y="313"/>
                    <a:pt x="1212" y="170"/>
                    <a:pt x="891" y="85"/>
                  </a:cubicBezTo>
                  <a:cubicBezTo>
                    <a:pt x="620" y="13"/>
                    <a:pt x="311" y="0"/>
                    <a:pt x="0" y="22"/>
                  </a:cubicBezTo>
                </a:path>
              </a:pathLst>
            </a:custGeom>
            <a:noFill/>
            <a:ln w="63500" cap="flat">
              <a:solidFill>
                <a:schemeClr val="accent1"/>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黑体" panose="02010609060101010101" pitchFamily="49" charset="-122"/>
                <a:ea typeface="黑体" panose="02010609060101010101" pitchFamily="49" charset="-122"/>
              </a:endParaRPr>
            </a:p>
          </p:txBody>
        </p:sp>
        <p:sp>
          <p:nvSpPr>
            <p:cNvPr id="55" name="Freeform 21"/>
            <p:cNvSpPr/>
            <p:nvPr/>
          </p:nvSpPr>
          <p:spPr bwMode="auto">
            <a:xfrm>
              <a:off x="6097588" y="2878138"/>
              <a:ext cx="6091238" cy="1025525"/>
            </a:xfrm>
            <a:custGeom>
              <a:avLst/>
              <a:gdLst>
                <a:gd name="T0" fmla="*/ 0 w 1920"/>
                <a:gd name="T1" fmla="*/ 323 h 323"/>
                <a:gd name="T2" fmla="*/ 710 w 1920"/>
                <a:gd name="T3" fmla="*/ 38 h 323"/>
                <a:gd name="T4" fmla="*/ 1920 w 1920"/>
                <a:gd name="T5" fmla="*/ 86 h 323"/>
              </a:gdLst>
              <a:ahLst/>
              <a:cxnLst>
                <a:cxn ang="0">
                  <a:pos x="T0" y="T1"/>
                </a:cxn>
                <a:cxn ang="0">
                  <a:pos x="T2" y="T3"/>
                </a:cxn>
                <a:cxn ang="0">
                  <a:pos x="T4" y="T5"/>
                </a:cxn>
              </a:cxnLst>
              <a:rect l="0" t="0" r="r" b="b"/>
              <a:pathLst>
                <a:path w="1920" h="323">
                  <a:moveTo>
                    <a:pt x="0" y="323"/>
                  </a:moveTo>
                  <a:cubicBezTo>
                    <a:pt x="178" y="142"/>
                    <a:pt x="410" y="77"/>
                    <a:pt x="710" y="38"/>
                  </a:cubicBezTo>
                  <a:cubicBezTo>
                    <a:pt x="992" y="2"/>
                    <a:pt x="1425" y="0"/>
                    <a:pt x="1920" y="86"/>
                  </a:cubicBezTo>
                </a:path>
              </a:pathLst>
            </a:custGeom>
            <a:noFill/>
            <a:ln w="63500" cap="flat">
              <a:solidFill>
                <a:schemeClr val="accent1"/>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黑体" panose="02010609060101010101" pitchFamily="49" charset="-122"/>
                <a:ea typeface="黑体" panose="02010609060101010101" pitchFamily="49" charset="-122"/>
              </a:endParaRPr>
            </a:p>
          </p:txBody>
        </p:sp>
        <p:sp>
          <p:nvSpPr>
            <p:cNvPr id="56" name="Freeform 22"/>
            <p:cNvSpPr/>
            <p:nvPr/>
          </p:nvSpPr>
          <p:spPr bwMode="auto">
            <a:xfrm>
              <a:off x="6097588" y="2484438"/>
              <a:ext cx="5751513" cy="1419225"/>
            </a:xfrm>
            <a:custGeom>
              <a:avLst/>
              <a:gdLst>
                <a:gd name="T0" fmla="*/ 0 w 1813"/>
                <a:gd name="T1" fmla="*/ 447 h 447"/>
                <a:gd name="T2" fmla="*/ 813 w 1813"/>
                <a:gd name="T3" fmla="*/ 42 h 447"/>
                <a:gd name="T4" fmla="*/ 1813 w 1813"/>
                <a:gd name="T5" fmla="*/ 82 h 447"/>
              </a:gdLst>
              <a:ahLst/>
              <a:cxnLst>
                <a:cxn ang="0">
                  <a:pos x="T0" y="T1"/>
                </a:cxn>
                <a:cxn ang="0">
                  <a:pos x="T2" y="T3"/>
                </a:cxn>
                <a:cxn ang="0">
                  <a:pos x="T4" y="T5"/>
                </a:cxn>
              </a:cxnLst>
              <a:rect l="0" t="0" r="r" b="b"/>
              <a:pathLst>
                <a:path w="1813" h="447">
                  <a:moveTo>
                    <a:pt x="0" y="447"/>
                  </a:moveTo>
                  <a:cubicBezTo>
                    <a:pt x="130" y="209"/>
                    <a:pt x="498" y="90"/>
                    <a:pt x="813" y="42"/>
                  </a:cubicBezTo>
                  <a:cubicBezTo>
                    <a:pt x="1090" y="0"/>
                    <a:pt x="1428" y="9"/>
                    <a:pt x="1813" y="82"/>
                  </a:cubicBezTo>
                </a:path>
              </a:pathLst>
            </a:custGeom>
            <a:noFill/>
            <a:ln w="63500" cap="flat">
              <a:solidFill>
                <a:schemeClr val="accent1"/>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黑体" panose="02010609060101010101" pitchFamily="49" charset="-122"/>
                <a:ea typeface="黑体" panose="02010609060101010101" pitchFamily="49" charset="-122"/>
              </a:endParaRPr>
            </a:p>
          </p:txBody>
        </p:sp>
        <p:sp>
          <p:nvSpPr>
            <p:cNvPr id="57" name="Freeform 23"/>
            <p:cNvSpPr/>
            <p:nvPr/>
          </p:nvSpPr>
          <p:spPr bwMode="auto">
            <a:xfrm>
              <a:off x="6097588" y="1903413"/>
              <a:ext cx="5332413" cy="2000250"/>
            </a:xfrm>
            <a:custGeom>
              <a:avLst/>
              <a:gdLst>
                <a:gd name="T0" fmla="*/ 0 w 1681"/>
                <a:gd name="T1" fmla="*/ 630 h 630"/>
                <a:gd name="T2" fmla="*/ 790 w 1681"/>
                <a:gd name="T3" fmla="*/ 85 h 630"/>
                <a:gd name="T4" fmla="*/ 1681 w 1681"/>
                <a:gd name="T5" fmla="*/ 22 h 630"/>
              </a:gdLst>
              <a:ahLst/>
              <a:cxnLst>
                <a:cxn ang="0">
                  <a:pos x="T0" y="T1"/>
                </a:cxn>
                <a:cxn ang="0">
                  <a:pos x="T2" y="T3"/>
                </a:cxn>
                <a:cxn ang="0">
                  <a:pos x="T4" y="T5"/>
                </a:cxn>
              </a:cxnLst>
              <a:rect l="0" t="0" r="r" b="b"/>
              <a:pathLst>
                <a:path w="1681" h="630">
                  <a:moveTo>
                    <a:pt x="0" y="630"/>
                  </a:moveTo>
                  <a:cubicBezTo>
                    <a:pt x="124" y="313"/>
                    <a:pt x="469" y="170"/>
                    <a:pt x="790" y="85"/>
                  </a:cubicBezTo>
                  <a:cubicBezTo>
                    <a:pt x="1060" y="13"/>
                    <a:pt x="1369" y="0"/>
                    <a:pt x="1681" y="22"/>
                  </a:cubicBezTo>
                </a:path>
              </a:pathLst>
            </a:custGeom>
            <a:noFill/>
            <a:ln w="63500" cap="flat">
              <a:solidFill>
                <a:schemeClr val="accent1"/>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黑体" panose="02010609060101010101" pitchFamily="49" charset="-122"/>
                <a:ea typeface="黑体" panose="02010609060101010101" pitchFamily="49" charset="-122"/>
              </a:endParaRPr>
            </a:p>
          </p:txBody>
        </p:sp>
      </p:grpSp>
      <p:grpSp>
        <p:nvGrpSpPr>
          <p:cNvPr id="25" name="组合 24"/>
          <p:cNvGrpSpPr/>
          <p:nvPr/>
        </p:nvGrpSpPr>
        <p:grpSpPr>
          <a:xfrm>
            <a:off x="4146536" y="1337761"/>
            <a:ext cx="589306" cy="859041"/>
            <a:chOff x="2528974" y="2863357"/>
            <a:chExt cx="246811" cy="359779"/>
          </a:xfrm>
          <a:solidFill>
            <a:srgbClr val="27506E"/>
          </a:solidFill>
        </p:grpSpPr>
        <p:sp>
          <p:nvSpPr>
            <p:cNvPr id="26" name="AutoShape 113"/>
            <p:cNvSpPr/>
            <p:nvPr/>
          </p:nvSpPr>
          <p:spPr bwMode="auto">
            <a:xfrm>
              <a:off x="2528974" y="2863357"/>
              <a:ext cx="246811" cy="35977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5386" y="14175"/>
                  </a:moveTo>
                  <a:lnTo>
                    <a:pt x="6223" y="14175"/>
                  </a:lnTo>
                  <a:cubicBezTo>
                    <a:pt x="5734" y="13446"/>
                    <a:pt x="5147" y="12716"/>
                    <a:pt x="4568" y="12003"/>
                  </a:cubicBezTo>
                  <a:cubicBezTo>
                    <a:pt x="3287" y="10427"/>
                    <a:pt x="1963" y="8797"/>
                    <a:pt x="1963" y="7425"/>
                  </a:cubicBezTo>
                  <a:cubicBezTo>
                    <a:pt x="1963" y="4075"/>
                    <a:pt x="5927" y="1350"/>
                    <a:pt x="10800" y="1350"/>
                  </a:cubicBezTo>
                  <a:cubicBezTo>
                    <a:pt x="15672" y="1350"/>
                    <a:pt x="19636" y="4075"/>
                    <a:pt x="19636" y="7425"/>
                  </a:cubicBezTo>
                  <a:cubicBezTo>
                    <a:pt x="19636" y="8787"/>
                    <a:pt x="18312" y="10425"/>
                    <a:pt x="17029" y="12011"/>
                  </a:cubicBezTo>
                  <a:cubicBezTo>
                    <a:pt x="16455" y="12723"/>
                    <a:pt x="15873" y="13449"/>
                    <a:pt x="15386" y="14175"/>
                  </a:cubicBezTo>
                  <a:moveTo>
                    <a:pt x="10800" y="20249"/>
                  </a:moveTo>
                  <a:cubicBezTo>
                    <a:pt x="9805" y="20249"/>
                    <a:pt x="9347" y="20171"/>
                    <a:pt x="8839" y="19406"/>
                  </a:cubicBezTo>
                  <a:lnTo>
                    <a:pt x="13000" y="19048"/>
                  </a:lnTo>
                  <a:cubicBezTo>
                    <a:pt x="12398" y="20164"/>
                    <a:pt x="11959" y="20249"/>
                    <a:pt x="10800" y="20249"/>
                  </a:cubicBezTo>
                  <a:moveTo>
                    <a:pt x="7595" y="16813"/>
                  </a:moveTo>
                  <a:cubicBezTo>
                    <a:pt x="7417" y="16407"/>
                    <a:pt x="7215" y="15978"/>
                    <a:pt x="6991" y="15525"/>
                  </a:cubicBezTo>
                  <a:lnTo>
                    <a:pt x="14616" y="15525"/>
                  </a:lnTo>
                  <a:cubicBezTo>
                    <a:pt x="14496" y="15767"/>
                    <a:pt x="14375" y="16010"/>
                    <a:pt x="14270" y="16239"/>
                  </a:cubicBezTo>
                  <a:cubicBezTo>
                    <a:pt x="14270" y="16239"/>
                    <a:pt x="7595" y="16813"/>
                    <a:pt x="7595" y="16813"/>
                  </a:cubicBezTo>
                  <a:close/>
                  <a:moveTo>
                    <a:pt x="13345" y="18343"/>
                  </a:moveTo>
                  <a:lnTo>
                    <a:pt x="8476" y="18762"/>
                  </a:lnTo>
                  <a:cubicBezTo>
                    <a:pt x="8303" y="18416"/>
                    <a:pt x="8116" y="18011"/>
                    <a:pt x="7890" y="17483"/>
                  </a:cubicBezTo>
                  <a:cubicBezTo>
                    <a:pt x="7887" y="17477"/>
                    <a:pt x="7883" y="17469"/>
                    <a:pt x="7881" y="17462"/>
                  </a:cubicBezTo>
                  <a:lnTo>
                    <a:pt x="13957" y="16941"/>
                  </a:lnTo>
                  <a:cubicBezTo>
                    <a:pt x="13871" y="17140"/>
                    <a:pt x="13778" y="17350"/>
                    <a:pt x="13698" y="17537"/>
                  </a:cubicBezTo>
                  <a:cubicBezTo>
                    <a:pt x="13569" y="17841"/>
                    <a:pt x="13453" y="18104"/>
                    <a:pt x="13345" y="18343"/>
                  </a:cubicBezTo>
                  <a:moveTo>
                    <a:pt x="10800" y="0"/>
                  </a:moveTo>
                  <a:cubicBezTo>
                    <a:pt x="4835" y="0"/>
                    <a:pt x="0" y="3324"/>
                    <a:pt x="0" y="7425"/>
                  </a:cubicBezTo>
                  <a:cubicBezTo>
                    <a:pt x="0" y="10146"/>
                    <a:pt x="3621" y="13029"/>
                    <a:pt x="4939" y="15562"/>
                  </a:cubicBezTo>
                  <a:cubicBezTo>
                    <a:pt x="6906" y="19339"/>
                    <a:pt x="6688" y="21599"/>
                    <a:pt x="10800" y="21599"/>
                  </a:cubicBezTo>
                  <a:cubicBezTo>
                    <a:pt x="14972" y="21599"/>
                    <a:pt x="14692" y="19349"/>
                    <a:pt x="16660" y="15577"/>
                  </a:cubicBezTo>
                  <a:cubicBezTo>
                    <a:pt x="17983" y="13039"/>
                    <a:pt x="21600" y="10124"/>
                    <a:pt x="21600" y="7425"/>
                  </a:cubicBezTo>
                  <a:cubicBezTo>
                    <a:pt x="21600" y="3324"/>
                    <a:pt x="16764" y="0"/>
                    <a:pt x="10800" y="0"/>
                  </a:cubicBezTo>
                </a:path>
              </a:pathLst>
            </a:custGeom>
            <a:grpFill/>
            <a:ln>
              <a:noFill/>
            </a:ln>
            <a:effectLst/>
          </p:spPr>
          <p:txBody>
            <a:bodyPr lIns="19050" tIns="19050" rIns="19050" bIns="19050" anchor="ctr"/>
            <a:lstStyle/>
            <a:p>
              <a:pPr marL="0" marR="0" lvl="0" indent="0" algn="ctr" defTabSz="228600" eaLnBrk="1" fontAlgn="auto" latinLnBrk="0" hangingPunct="1">
                <a:lnSpc>
                  <a:spcPct val="100000"/>
                </a:lnSpc>
                <a:spcBef>
                  <a:spcPts val="0"/>
                </a:spcBef>
                <a:spcAft>
                  <a:spcPts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黑体" panose="02010609060101010101" pitchFamily="49" charset="-122"/>
                <a:ea typeface="黑体" panose="02010609060101010101" pitchFamily="49" charset="-122"/>
                <a:sym typeface="Gill Sans" charset="0"/>
              </a:endParaRPr>
            </a:p>
          </p:txBody>
        </p:sp>
        <p:sp>
          <p:nvSpPr>
            <p:cNvPr id="27" name="AutoShape 114"/>
            <p:cNvSpPr/>
            <p:nvPr/>
          </p:nvSpPr>
          <p:spPr bwMode="auto">
            <a:xfrm>
              <a:off x="2584843" y="2919841"/>
              <a:ext cx="73061" cy="7306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9938" y="0"/>
                  </a:moveTo>
                  <a:cubicBezTo>
                    <a:pt x="8943" y="0"/>
                    <a:pt x="0" y="8942"/>
                    <a:pt x="0" y="19938"/>
                  </a:cubicBezTo>
                  <a:cubicBezTo>
                    <a:pt x="0" y="20855"/>
                    <a:pt x="743" y="21600"/>
                    <a:pt x="1661" y="21600"/>
                  </a:cubicBezTo>
                  <a:cubicBezTo>
                    <a:pt x="2579" y="21600"/>
                    <a:pt x="3323" y="20855"/>
                    <a:pt x="3323" y="19938"/>
                  </a:cubicBezTo>
                  <a:cubicBezTo>
                    <a:pt x="3323" y="10777"/>
                    <a:pt x="10777" y="3323"/>
                    <a:pt x="19938" y="3323"/>
                  </a:cubicBezTo>
                  <a:cubicBezTo>
                    <a:pt x="20856" y="3323"/>
                    <a:pt x="21600" y="2578"/>
                    <a:pt x="21600" y="1661"/>
                  </a:cubicBezTo>
                  <a:cubicBezTo>
                    <a:pt x="21600" y="744"/>
                    <a:pt x="20856" y="0"/>
                    <a:pt x="19938" y="0"/>
                  </a:cubicBezTo>
                </a:path>
              </a:pathLst>
            </a:custGeom>
            <a:grpFill/>
            <a:ln>
              <a:noFill/>
            </a:ln>
            <a:effectLst/>
          </p:spPr>
          <p:txBody>
            <a:bodyPr lIns="19050" tIns="19050" rIns="19050" bIns="19050" anchor="ctr"/>
            <a:lstStyle/>
            <a:p>
              <a:pPr marL="0" marR="0" lvl="0" indent="0" algn="ctr" defTabSz="228600" eaLnBrk="1" fontAlgn="auto" latinLnBrk="0" hangingPunct="1">
                <a:lnSpc>
                  <a:spcPct val="100000"/>
                </a:lnSpc>
                <a:spcBef>
                  <a:spcPts val="0"/>
                </a:spcBef>
                <a:spcAft>
                  <a:spcPts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黑体" panose="02010609060101010101" pitchFamily="49" charset="-122"/>
                <a:ea typeface="黑体" panose="02010609060101010101" pitchFamily="49" charset="-122"/>
                <a:sym typeface="Gill Sans" charset="0"/>
              </a:endParaRPr>
            </a:p>
          </p:txBody>
        </p:sp>
      </p:grpSp>
      <p:pic>
        <p:nvPicPr>
          <p:cNvPr id="3" name="图片 2"/>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8290290" y="64896"/>
            <a:ext cx="790862" cy="798578"/>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mc:Choice>
    <mc:Fallback>
      <p:transition spd="slow"/>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8" name="直接连接符 157"/>
          <p:cNvCxnSpPr/>
          <p:nvPr/>
        </p:nvCxnSpPr>
        <p:spPr>
          <a:xfrm>
            <a:off x="1005739" y="723317"/>
            <a:ext cx="275417"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64" name="图片 63"/>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8290290" y="64896"/>
            <a:ext cx="790862" cy="798578"/>
          </a:xfrm>
          <a:prstGeom prst="rect">
            <a:avLst/>
          </a:prstGeom>
        </p:spPr>
      </p:pic>
      <p:sp>
        <p:nvSpPr>
          <p:cNvPr id="2" name="文本框 1"/>
          <p:cNvSpPr txBox="1"/>
          <p:nvPr/>
        </p:nvSpPr>
        <p:spPr>
          <a:xfrm>
            <a:off x="518160" y="257810"/>
            <a:ext cx="1250950" cy="398780"/>
          </a:xfrm>
          <a:prstGeom prst="rect">
            <a:avLst/>
          </a:prstGeom>
          <a:noFill/>
        </p:spPr>
        <p:txBody>
          <a:bodyPr wrap="square">
            <a:spAutoFit/>
          </a:bodyPr>
          <a:lstStyle/>
          <a:p>
            <a:r>
              <a:rPr lang="zh-CN" altLang="en-US" sz="2000" b="1" dirty="0">
                <a:solidFill>
                  <a:srgbClr val="27506E"/>
                </a:solidFill>
                <a:latin typeface="宋体" panose="02010600030101010101" pitchFamily="2" charset="-122"/>
                <a:ea typeface="宋体" panose="02010600030101010101" pitchFamily="2" charset="-122"/>
              </a:rPr>
              <a:t>系统</a:t>
            </a:r>
            <a:r>
              <a:rPr lang="zh-CN" altLang="en-US" sz="2000" b="1" dirty="0">
                <a:solidFill>
                  <a:srgbClr val="27506E"/>
                </a:solidFill>
                <a:latin typeface="宋体" panose="02010600030101010101" pitchFamily="2" charset="-122"/>
                <a:ea typeface="宋体" panose="02010600030101010101" pitchFamily="2" charset="-122"/>
              </a:rPr>
              <a:t>测试</a:t>
            </a:r>
            <a:endParaRPr lang="zh-CN" altLang="en-US" sz="2000" b="1" dirty="0">
              <a:solidFill>
                <a:srgbClr val="27506E"/>
              </a:solidFill>
              <a:latin typeface="宋体" panose="02010600030101010101" pitchFamily="2" charset="-122"/>
              <a:ea typeface="宋体" panose="02010600030101010101" pitchFamily="2" charset="-122"/>
            </a:endParaRPr>
          </a:p>
        </p:txBody>
      </p:sp>
      <p:sp>
        <p:nvSpPr>
          <p:cNvPr id="5" name="标题 1"/>
          <p:cNvSpPr txBox="1"/>
          <p:nvPr>
            <p:custDataLst>
              <p:tags r:id="rId2"/>
            </p:custDataLst>
          </p:nvPr>
        </p:nvSpPr>
        <p:spPr>
          <a:xfrm>
            <a:off x="595630" y="862965"/>
            <a:ext cx="3672840" cy="4088130"/>
          </a:xfrm>
          <a:prstGeom prst="roundRect">
            <a:avLst>
              <a:gd name="adj" fmla="val 0"/>
            </a:avLst>
          </a:prstGeom>
          <a:solidFill>
            <a:schemeClr val="bg1"/>
          </a:solidFill>
          <a:ln w="12700" cap="sq">
            <a:noFill/>
            <a:miter/>
          </a:ln>
          <a:effectLst>
            <a:outerShdw blurRad="177800" dist="38100" dir="2700000" algn="tl" rotWithShape="0">
              <a:schemeClr val="accent1">
                <a:lumMod val="50000"/>
                <a:alpha val="19000"/>
              </a:schemeClr>
            </a:outerShdw>
          </a:effectLst>
        </p:spPr>
        <p:txBody>
          <a:bodyPr vert="horz" wrap="square" lIns="91440" tIns="45720" rIns="91440" bIns="45720" rtlCol="0" anchor="ctr"/>
          <a:p>
            <a:pPr algn="ctr">
              <a:lnSpc>
                <a:spcPct val="100000"/>
              </a:lnSpc>
            </a:pPr>
            <a:endParaRPr kumimoji="1" lang="zh-CN" altLang="en-US"/>
          </a:p>
        </p:txBody>
      </p:sp>
      <p:sp>
        <p:nvSpPr>
          <p:cNvPr id="4" name="标题 1"/>
          <p:cNvSpPr txBox="1"/>
          <p:nvPr>
            <p:custDataLst>
              <p:tags r:id="rId3"/>
            </p:custDataLst>
          </p:nvPr>
        </p:nvSpPr>
        <p:spPr>
          <a:xfrm>
            <a:off x="4807585" y="546735"/>
            <a:ext cx="3611245" cy="4596765"/>
          </a:xfrm>
          <a:prstGeom prst="roundRect">
            <a:avLst>
              <a:gd name="adj" fmla="val 0"/>
            </a:avLst>
          </a:prstGeom>
          <a:solidFill>
            <a:schemeClr val="bg1"/>
          </a:solidFill>
          <a:ln w="12700" cap="sq">
            <a:noFill/>
            <a:miter/>
          </a:ln>
          <a:effectLst>
            <a:outerShdw blurRad="177800" dist="38100" dir="2700000" algn="tl" rotWithShape="0">
              <a:schemeClr val="accent1">
                <a:lumMod val="50000"/>
                <a:alpha val="19000"/>
              </a:schemeClr>
            </a:outerShdw>
          </a:effectLst>
        </p:spPr>
        <p:txBody>
          <a:bodyPr vert="horz" wrap="square" lIns="91440" tIns="45720" rIns="91440" bIns="45720" rtlCol="0" anchor="ctr"/>
          <a:p>
            <a:pPr algn="ctr">
              <a:lnSpc>
                <a:spcPct val="100000"/>
              </a:lnSpc>
            </a:pPr>
            <a:endParaRPr kumimoji="1" lang="zh-CN" altLang="en-US"/>
          </a:p>
        </p:txBody>
      </p:sp>
      <p:sp>
        <p:nvSpPr>
          <p:cNvPr id="10" name="标题 1"/>
          <p:cNvSpPr txBox="1"/>
          <p:nvPr>
            <p:custDataLst>
              <p:tags r:id="rId4"/>
            </p:custDataLst>
          </p:nvPr>
        </p:nvSpPr>
        <p:spPr>
          <a:xfrm>
            <a:off x="671830" y="927735"/>
            <a:ext cx="1910715" cy="276860"/>
          </a:xfrm>
          <a:prstGeom prst="rect">
            <a:avLst/>
          </a:prstGeom>
          <a:noFill/>
          <a:ln>
            <a:noFill/>
          </a:ln>
          <a:effectLst/>
        </p:spPr>
        <p:txBody>
          <a:bodyPr vert="horz" wrap="square" lIns="0" tIns="0" rIns="0" bIns="0" rtlCol="0" anchor="t"/>
          <a:p>
            <a:pPr algn="l">
              <a:lnSpc>
                <a:spcPct val="100000"/>
              </a:lnSpc>
            </a:pPr>
            <a:r>
              <a:rPr kumimoji="1" lang="zh-CN" altLang="en-US" sz="1600">
                <a:ln w="12700">
                  <a:noFill/>
                </a:ln>
                <a:gradFill>
                  <a:gsLst>
                    <a:gs pos="0">
                      <a:srgbClr val="A5300F">
                        <a:alpha val="100000"/>
                      </a:srgbClr>
                    </a:gs>
                    <a:gs pos="100000">
                      <a:srgbClr val="7C240B">
                        <a:alpha val="100000"/>
                      </a:srgbClr>
                    </a:gs>
                  </a:gsLst>
                  <a:lin ang="2700000" scaled="0"/>
                </a:gradFill>
                <a:latin typeface="Source Han Sans CN Bold" panose="020B0800000000000000" charset="-122"/>
                <a:ea typeface="Source Han Sans CN Bold" panose="020B0800000000000000" charset="-122"/>
                <a:cs typeface="Source Han Sans CN Bold" panose="020B0800000000000000" charset="-122"/>
              </a:rPr>
              <a:t>功能</a:t>
            </a:r>
            <a:r>
              <a:rPr kumimoji="1" lang="zh-CN" altLang="en-US" sz="1600">
                <a:ln w="12700">
                  <a:noFill/>
                </a:ln>
                <a:gradFill>
                  <a:gsLst>
                    <a:gs pos="0">
                      <a:srgbClr val="A5300F">
                        <a:alpha val="100000"/>
                      </a:srgbClr>
                    </a:gs>
                    <a:gs pos="100000">
                      <a:srgbClr val="7C240B">
                        <a:alpha val="100000"/>
                      </a:srgbClr>
                    </a:gs>
                  </a:gsLst>
                  <a:lin ang="2700000" scaled="0"/>
                </a:gradFill>
                <a:latin typeface="Source Han Sans CN Bold" panose="020B0800000000000000" charset="-122"/>
                <a:ea typeface="Source Han Sans CN Bold" panose="020B0800000000000000" charset="-122"/>
                <a:cs typeface="Source Han Sans CN Bold" panose="020B0800000000000000" charset="-122"/>
              </a:rPr>
              <a:t>测试</a:t>
            </a:r>
            <a:endParaRPr kumimoji="1" lang="zh-CN" altLang="en-US" sz="1600">
              <a:ln w="12700">
                <a:noFill/>
              </a:ln>
              <a:gradFill>
                <a:gsLst>
                  <a:gs pos="0">
                    <a:srgbClr val="A5300F">
                      <a:alpha val="100000"/>
                    </a:srgbClr>
                  </a:gs>
                  <a:gs pos="100000">
                    <a:srgbClr val="7C240B">
                      <a:alpha val="100000"/>
                    </a:srgbClr>
                  </a:gs>
                </a:gsLst>
                <a:lin ang="2700000" scaled="0"/>
              </a:gradFill>
              <a:latin typeface="Source Han Sans CN Bold" panose="020B0800000000000000" charset="-122"/>
              <a:ea typeface="Source Han Sans CN Bold" panose="020B0800000000000000" charset="-122"/>
              <a:cs typeface="Source Han Sans CN Bold" panose="020B0800000000000000" charset="-122"/>
            </a:endParaRPr>
          </a:p>
        </p:txBody>
      </p:sp>
      <p:sp>
        <p:nvSpPr>
          <p:cNvPr id="11" name="标题 1"/>
          <p:cNvSpPr txBox="1"/>
          <p:nvPr>
            <p:custDataLst>
              <p:tags r:id="rId5"/>
            </p:custDataLst>
          </p:nvPr>
        </p:nvSpPr>
        <p:spPr>
          <a:xfrm>
            <a:off x="4896485" y="619760"/>
            <a:ext cx="1910715" cy="276860"/>
          </a:xfrm>
          <a:prstGeom prst="rect">
            <a:avLst/>
          </a:prstGeom>
          <a:noFill/>
          <a:ln>
            <a:noFill/>
          </a:ln>
          <a:effectLst/>
        </p:spPr>
        <p:txBody>
          <a:bodyPr vert="horz" wrap="square" lIns="0" tIns="0" rIns="0" bIns="0" rtlCol="0" anchor="t"/>
          <a:p>
            <a:pPr algn="l">
              <a:lnSpc>
                <a:spcPct val="100000"/>
              </a:lnSpc>
            </a:pPr>
            <a:r>
              <a:rPr kumimoji="1" lang="zh-CN" altLang="en-US" sz="1600">
                <a:ln w="12700">
                  <a:noFill/>
                </a:ln>
                <a:gradFill>
                  <a:gsLst>
                    <a:gs pos="0">
                      <a:srgbClr val="A5300F">
                        <a:alpha val="100000"/>
                      </a:srgbClr>
                    </a:gs>
                    <a:gs pos="100000">
                      <a:srgbClr val="7C240B">
                        <a:alpha val="100000"/>
                      </a:srgbClr>
                    </a:gs>
                  </a:gsLst>
                  <a:lin ang="2700000" scaled="0"/>
                </a:gradFill>
                <a:latin typeface="Source Han Sans CN Bold" panose="020B0800000000000000" charset="-122"/>
                <a:ea typeface="Source Han Sans CN Bold" panose="020B0800000000000000" charset="-122"/>
                <a:cs typeface="Source Han Sans CN Bold" panose="020B0800000000000000" charset="-122"/>
              </a:rPr>
              <a:t>性能测试</a:t>
            </a:r>
            <a:endParaRPr kumimoji="1" lang="zh-CN" altLang="en-US" sz="1600">
              <a:ln w="12700">
                <a:noFill/>
              </a:ln>
              <a:gradFill>
                <a:gsLst>
                  <a:gs pos="0">
                    <a:srgbClr val="A5300F">
                      <a:alpha val="100000"/>
                    </a:srgbClr>
                  </a:gs>
                  <a:gs pos="100000">
                    <a:srgbClr val="7C240B">
                      <a:alpha val="100000"/>
                    </a:srgbClr>
                  </a:gs>
                </a:gsLst>
                <a:lin ang="2700000" scaled="0"/>
              </a:gradFill>
              <a:latin typeface="Source Han Sans CN Bold" panose="020B0800000000000000" charset="-122"/>
              <a:ea typeface="Source Han Sans CN Bold" panose="020B0800000000000000" charset="-122"/>
              <a:cs typeface="Source Han Sans CN Bold" panose="020B0800000000000000" charset="-122"/>
            </a:endParaRPr>
          </a:p>
        </p:txBody>
      </p:sp>
      <p:sp>
        <p:nvSpPr>
          <p:cNvPr id="12" name="文本框 11"/>
          <p:cNvSpPr txBox="1"/>
          <p:nvPr>
            <p:custDataLst>
              <p:tags r:id="rId6"/>
            </p:custDataLst>
          </p:nvPr>
        </p:nvSpPr>
        <p:spPr>
          <a:xfrm>
            <a:off x="595630" y="1294765"/>
            <a:ext cx="3672840" cy="1014730"/>
          </a:xfrm>
          <a:prstGeom prst="rect">
            <a:avLst/>
          </a:prstGeom>
          <a:noFill/>
        </p:spPr>
        <p:txBody>
          <a:bodyPr wrap="square" rtlCol="0" anchor="t">
            <a:spAutoFit/>
          </a:bodyPr>
          <a:p>
            <a:pPr algn="l">
              <a:lnSpc>
                <a:spcPct val="150000"/>
              </a:lnSpc>
            </a:pPr>
            <a:r>
              <a:rPr kumimoji="1" lang="en-US" altLang="zh-CN" sz="1000">
                <a:ln w="12700">
                  <a:noFill/>
                </a:ln>
                <a:solidFill>
                  <a:srgbClr val="000000">
                    <a:alpha val="100000"/>
                  </a:srgbClr>
                </a:solidFill>
                <a:latin typeface="Source Han Sans" panose="020B0400000000000000" charset="-122"/>
                <a:ea typeface="Source Han Sans" panose="020B0400000000000000" charset="-122"/>
                <a:cs typeface="Source Han Sans" panose="020B0400000000000000" charset="-122"/>
                <a:sym typeface="+mn-ea"/>
              </a:rPr>
              <a:t>根据系统需求分析，设计多模块交互的测试用例，涵盖排班模块与预约模块、预约模块、食材管理与食谱管理、食谱管理与膳食管理、客户档案与膳食管理、预约管理与排班模块、首页报表与健康档案等多个场景，全面验证系统核心功能的正确性。</a:t>
            </a:r>
            <a:endParaRPr kumimoji="1" lang="en-US" altLang="zh-CN" sz="1000">
              <a:ln w="12700">
                <a:noFill/>
              </a:ln>
              <a:solidFill>
                <a:srgbClr val="000000">
                  <a:alpha val="100000"/>
                </a:srgbClr>
              </a:solidFill>
              <a:latin typeface="Source Han Sans" panose="020B0400000000000000" charset="-122"/>
              <a:ea typeface="Source Han Sans" panose="020B0400000000000000" charset="-122"/>
              <a:cs typeface="Source Han Sans" panose="020B0400000000000000" charset="-122"/>
              <a:sym typeface="+mn-ea"/>
            </a:endParaRPr>
          </a:p>
        </p:txBody>
      </p:sp>
      <p:sp>
        <p:nvSpPr>
          <p:cNvPr id="13" name="文本框 12"/>
          <p:cNvSpPr txBox="1"/>
          <p:nvPr>
            <p:custDataLst>
              <p:tags r:id="rId7"/>
            </p:custDataLst>
          </p:nvPr>
        </p:nvSpPr>
        <p:spPr>
          <a:xfrm>
            <a:off x="617220" y="2571750"/>
            <a:ext cx="3672840" cy="1014730"/>
          </a:xfrm>
          <a:prstGeom prst="rect">
            <a:avLst/>
          </a:prstGeom>
          <a:noFill/>
        </p:spPr>
        <p:txBody>
          <a:bodyPr wrap="square" rtlCol="0" anchor="t">
            <a:spAutoFit/>
          </a:bodyPr>
          <a:p>
            <a:pPr algn="l">
              <a:lnSpc>
                <a:spcPct val="150000"/>
              </a:lnSpc>
            </a:pPr>
            <a:r>
              <a:rPr kumimoji="1" lang="en-US" altLang="zh-CN" sz="1000">
                <a:ln w="12700">
                  <a:noFill/>
                </a:ln>
                <a:solidFill>
                  <a:srgbClr val="000000">
                    <a:alpha val="100000"/>
                  </a:srgbClr>
                </a:solidFill>
                <a:latin typeface="Source Han Sans" panose="020B0400000000000000" charset="-122"/>
                <a:ea typeface="Source Han Sans" panose="020B0400000000000000" charset="-122"/>
                <a:cs typeface="Source Han Sans" panose="020B0400000000000000" charset="-122"/>
                <a:sym typeface="+mn-ea"/>
              </a:rPr>
              <a:t>所有测试用例均顺利通过，系统在用户登录、信息查询、数据添加、修改、删除等操作上表现正常，各功能模块之间的协同工作良好，未发现明显功能缺陷，为系统的稳定性提供了有力保障。</a:t>
            </a:r>
            <a:endParaRPr kumimoji="1" lang="en-US" altLang="zh-CN" sz="1000">
              <a:ln w="12700">
                <a:noFill/>
              </a:ln>
              <a:solidFill>
                <a:srgbClr val="000000">
                  <a:alpha val="100000"/>
                </a:srgbClr>
              </a:solidFill>
              <a:latin typeface="Source Han Sans" panose="020B0400000000000000" charset="-122"/>
              <a:ea typeface="Source Han Sans" panose="020B0400000000000000" charset="-122"/>
              <a:cs typeface="Source Han Sans" panose="020B0400000000000000" charset="-122"/>
              <a:sym typeface="+mn-ea"/>
            </a:endParaRPr>
          </a:p>
        </p:txBody>
      </p:sp>
      <p:sp>
        <p:nvSpPr>
          <p:cNvPr id="14" name="标题 1"/>
          <p:cNvSpPr txBox="1"/>
          <p:nvPr>
            <p:custDataLst>
              <p:tags r:id="rId8"/>
            </p:custDataLst>
          </p:nvPr>
        </p:nvSpPr>
        <p:spPr>
          <a:xfrm>
            <a:off x="4899025" y="896620"/>
            <a:ext cx="3519805" cy="718185"/>
          </a:xfrm>
          <a:prstGeom prst="rect">
            <a:avLst/>
          </a:prstGeom>
          <a:noFill/>
          <a:ln>
            <a:noFill/>
          </a:ln>
          <a:effectLst/>
        </p:spPr>
        <p:txBody>
          <a:bodyPr vert="horz" wrap="square" lIns="0" tIns="0" rIns="0" bIns="0" rtlCol="0" anchor="t"/>
          <a:p>
            <a:pPr algn="l">
              <a:lnSpc>
                <a:spcPct val="150000"/>
              </a:lnSpc>
            </a:pPr>
            <a:r>
              <a:rPr kumimoji="1" lang="en-US" altLang="zh-CN" sz="1000">
                <a:ln w="12700">
                  <a:noFill/>
                </a:ln>
                <a:solidFill>
                  <a:srgbClr val="0D0D0D">
                    <a:alpha val="100000"/>
                  </a:srgbClr>
                </a:solidFill>
                <a:latin typeface="Source Han Sans" panose="020B0400000000000000" charset="-122"/>
                <a:ea typeface="Source Han Sans" panose="020B0400000000000000" charset="-122"/>
                <a:cs typeface="Source Han Sans" panose="020B0400000000000000" charset="-122"/>
              </a:rPr>
              <a:t>根据中型康养中心的规模，估算系统注册用户总数为250名，其中包括50名员工和200名客户。在业务高峰时段，预计有20%的注册用户同时在线，即50个并发用户，因此负载测试以50并发用户为基础进行设计。</a:t>
            </a:r>
            <a:endParaRPr kumimoji="1" lang="en-US" altLang="zh-CN" sz="1000">
              <a:ln w="12700">
                <a:noFill/>
              </a:ln>
              <a:solidFill>
                <a:srgbClr val="0D0D0D">
                  <a:alpha val="100000"/>
                </a:srgbClr>
              </a:solidFill>
              <a:latin typeface="Source Han Sans" panose="020B0400000000000000" charset="-122"/>
              <a:ea typeface="Source Han Sans" panose="020B0400000000000000" charset="-122"/>
              <a:cs typeface="Source Han Sans" panose="020B0400000000000000" charset="-122"/>
            </a:endParaRPr>
          </a:p>
        </p:txBody>
      </p:sp>
      <p:sp>
        <p:nvSpPr>
          <p:cNvPr id="16" name="文本框 15"/>
          <p:cNvSpPr txBox="1"/>
          <p:nvPr>
            <p:custDataLst>
              <p:tags r:id="rId9"/>
            </p:custDataLst>
          </p:nvPr>
        </p:nvSpPr>
        <p:spPr>
          <a:xfrm>
            <a:off x="4807585" y="1802765"/>
            <a:ext cx="3612515" cy="1245235"/>
          </a:xfrm>
          <a:prstGeom prst="rect">
            <a:avLst/>
          </a:prstGeom>
          <a:noFill/>
        </p:spPr>
        <p:txBody>
          <a:bodyPr wrap="square" rtlCol="0" anchor="t">
            <a:spAutoFit/>
          </a:bodyPr>
          <a:p>
            <a:pPr algn="l">
              <a:lnSpc>
                <a:spcPct val="150000"/>
              </a:lnSpc>
            </a:pPr>
            <a:r>
              <a:rPr kumimoji="1" lang="en-US" altLang="zh-CN" sz="1000">
                <a:ln w="12700">
                  <a:noFill/>
                </a:ln>
                <a:solidFill>
                  <a:schemeClr val="tx1">
                    <a:alpha val="100000"/>
                  </a:schemeClr>
                </a:solidFill>
                <a:latin typeface="Source Han Sans" panose="020B0400000000000000" charset="-122"/>
                <a:ea typeface="Source Han Sans" panose="020B0400000000000000" charset="-122"/>
                <a:cs typeface="Source Han Sans" panose="020B0400000000000000" charset="-122"/>
                <a:sym typeface="+mn-ea"/>
              </a:rPr>
              <a:t>使用Apache JMeter工具模拟50个并发用户在系统正常高峰负载下的表现，测试持续1小时。测试结果显示，系统平均响应时间为7ms，吞吐量约为13个请求每秒，CPU占用率保持在30%左右，内存使用率在72%左右且无明显波动，各项性能指标均符合预期要求</a:t>
            </a:r>
            <a:r>
              <a:rPr kumimoji="1" lang="zh-CN" altLang="en-US" sz="1000">
                <a:ln w="12700">
                  <a:noFill/>
                </a:ln>
                <a:solidFill>
                  <a:schemeClr val="tx1">
                    <a:alpha val="100000"/>
                  </a:schemeClr>
                </a:solidFill>
                <a:latin typeface="Source Han Sans" panose="020B0400000000000000" charset="-122"/>
                <a:ea typeface="Source Han Sans" panose="020B0400000000000000" charset="-122"/>
                <a:cs typeface="Source Han Sans" panose="020B0400000000000000" charset="-122"/>
                <a:sym typeface="+mn-ea"/>
              </a:rPr>
              <a:t>。</a:t>
            </a:r>
            <a:endParaRPr kumimoji="1" lang="zh-CN" altLang="en-US" sz="1000">
              <a:ln w="12700">
                <a:noFill/>
              </a:ln>
              <a:solidFill>
                <a:schemeClr val="tx1">
                  <a:alpha val="100000"/>
                </a:schemeClr>
              </a:solidFill>
              <a:latin typeface="Source Han Sans" panose="020B0400000000000000" charset="-122"/>
              <a:ea typeface="Source Han Sans" panose="020B0400000000000000" charset="-122"/>
              <a:cs typeface="Source Han Sans" panose="020B0400000000000000" charset="-122"/>
              <a:sym typeface="+mn-ea"/>
            </a:endParaRPr>
          </a:p>
        </p:txBody>
      </p:sp>
      <p:sp>
        <p:nvSpPr>
          <p:cNvPr id="6" name="文本框 5"/>
          <p:cNvSpPr txBox="1"/>
          <p:nvPr/>
        </p:nvSpPr>
        <p:spPr>
          <a:xfrm>
            <a:off x="4807585" y="2997200"/>
            <a:ext cx="3612515" cy="1082675"/>
          </a:xfrm>
          <a:prstGeom prst="rect">
            <a:avLst/>
          </a:prstGeom>
          <a:noFill/>
        </p:spPr>
        <p:txBody>
          <a:bodyPr wrap="square" rtlCol="0" anchor="t">
            <a:noAutofit/>
          </a:bodyPr>
          <a:p>
            <a:pPr indent="0" fontAlgn="auto">
              <a:lnSpc>
                <a:spcPct val="150000"/>
              </a:lnSpc>
            </a:pPr>
            <a:r>
              <a:rPr kumimoji="1" lang="en-US" altLang="zh-CN" sz="1000">
                <a:ln w="12700">
                  <a:noFill/>
                </a:ln>
                <a:solidFill>
                  <a:schemeClr val="tx1">
                    <a:alpha val="100000"/>
                  </a:schemeClr>
                </a:solidFill>
                <a:latin typeface="Source Han Sans" panose="020B0400000000000000" charset="-122"/>
                <a:ea typeface="Source Han Sans" panose="020B0400000000000000" charset="-122"/>
                <a:cs typeface="Source Han Sans" panose="020B0400000000000000" charset="-122"/>
                <a:sym typeface="+mn-ea"/>
              </a:rPr>
              <a:t>通过逐步增加并发用户数至500个，模拟超出正常负载的场景，观察系统性能变化。测试发现，当并发用户数达到300个时，开始出现请求错误；400个并发用户时，系统性能急剧下降，响应时间快速增长；500个并发用户时，CPU占用率达到87%，系统出现大量错误，无法正常响应。分析认为，性能瓶颈主要在于MySQL连接池耗尽和Django同步处理模型限制，建议通过增加MySQL连接数、启用连接池、优化并发配置及缓存高频查询等措施进行优化，长期可考虑向异步架构演进并引入负载均衡实现水平扩展。</a:t>
            </a:r>
            <a:endParaRPr kumimoji="1" lang="en-US" altLang="zh-CN" sz="1000">
              <a:ln w="12700">
                <a:noFill/>
              </a:ln>
              <a:solidFill>
                <a:schemeClr val="tx1">
                  <a:alpha val="100000"/>
                </a:schemeClr>
              </a:solidFill>
              <a:latin typeface="Source Han Sans" panose="020B0400000000000000" charset="-122"/>
              <a:ea typeface="Source Han Sans" panose="020B0400000000000000" charset="-122"/>
              <a:cs typeface="Source Han Sans" panose="020B0400000000000000"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500"/>
    </mc:Choice>
    <mc:Fallback>
      <p:transition spd="slow"/>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框 5"/>
          <p:cNvSpPr txBox="1">
            <a:spLocks noChangeArrowheads="1"/>
          </p:cNvSpPr>
          <p:nvPr/>
        </p:nvSpPr>
        <p:spPr bwMode="auto">
          <a:xfrm>
            <a:off x="3659276" y="2303795"/>
            <a:ext cx="171323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fontAlgn="base">
              <a:spcBef>
                <a:spcPct val="0"/>
              </a:spcBef>
              <a:spcAft>
                <a:spcPct val="0"/>
              </a:spcAft>
              <a:defRPr/>
            </a:pPr>
            <a:r>
              <a:rPr lang="zh-CN" altLang="en-US" sz="2400" b="1" dirty="0">
                <a:solidFill>
                  <a:srgbClr val="27506E"/>
                </a:solidFill>
                <a:latin typeface="宋体" panose="02010600030101010101" pitchFamily="2" charset="-122"/>
                <a:ea typeface="宋体" panose="02010600030101010101" pitchFamily="2" charset="-122"/>
              </a:rPr>
              <a:t>总结与</a:t>
            </a:r>
            <a:r>
              <a:rPr lang="zh-CN" altLang="en-US" sz="2400" b="1" dirty="0">
                <a:solidFill>
                  <a:srgbClr val="27506E"/>
                </a:solidFill>
                <a:latin typeface="宋体" panose="02010600030101010101" pitchFamily="2" charset="-122"/>
                <a:ea typeface="宋体" panose="02010600030101010101" pitchFamily="2" charset="-122"/>
              </a:rPr>
              <a:t>展望</a:t>
            </a:r>
            <a:endParaRPr lang="zh-CN" altLang="en-US" sz="2400" b="1" dirty="0">
              <a:solidFill>
                <a:srgbClr val="27506E"/>
              </a:solidFill>
              <a:latin typeface="宋体" panose="02010600030101010101" pitchFamily="2" charset="-122"/>
              <a:ea typeface="宋体" panose="02010600030101010101" pitchFamily="2" charset="-122"/>
            </a:endParaRPr>
          </a:p>
        </p:txBody>
      </p:sp>
      <p:cxnSp>
        <p:nvCxnSpPr>
          <p:cNvPr id="18" name="直接连接符 17"/>
          <p:cNvCxnSpPr/>
          <p:nvPr/>
        </p:nvCxnSpPr>
        <p:spPr>
          <a:xfrm>
            <a:off x="4296861" y="2814629"/>
            <a:ext cx="439032"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49" name="组合 48"/>
          <p:cNvGrpSpPr>
            <a:grpSpLocks noChangeAspect="1"/>
          </p:cNvGrpSpPr>
          <p:nvPr/>
        </p:nvGrpSpPr>
        <p:grpSpPr>
          <a:xfrm>
            <a:off x="3062227" y="3186854"/>
            <a:ext cx="2908300" cy="478155"/>
            <a:chOff x="6350" y="1903413"/>
            <a:chExt cx="12182476" cy="2000250"/>
          </a:xfrm>
        </p:grpSpPr>
        <p:sp>
          <p:nvSpPr>
            <p:cNvPr id="50" name="Freeform 16"/>
            <p:cNvSpPr/>
            <p:nvPr/>
          </p:nvSpPr>
          <p:spPr bwMode="auto">
            <a:xfrm>
              <a:off x="6350" y="2878138"/>
              <a:ext cx="6091238" cy="1025525"/>
            </a:xfrm>
            <a:custGeom>
              <a:avLst/>
              <a:gdLst>
                <a:gd name="T0" fmla="*/ 1920 w 1920"/>
                <a:gd name="T1" fmla="*/ 323 h 323"/>
                <a:gd name="T2" fmla="*/ 1209 w 1920"/>
                <a:gd name="T3" fmla="*/ 38 h 323"/>
                <a:gd name="T4" fmla="*/ 0 w 1920"/>
                <a:gd name="T5" fmla="*/ 86 h 323"/>
              </a:gdLst>
              <a:ahLst/>
              <a:cxnLst>
                <a:cxn ang="0">
                  <a:pos x="T0" y="T1"/>
                </a:cxn>
                <a:cxn ang="0">
                  <a:pos x="T2" y="T3"/>
                </a:cxn>
                <a:cxn ang="0">
                  <a:pos x="T4" y="T5"/>
                </a:cxn>
              </a:cxnLst>
              <a:rect l="0" t="0" r="r" b="b"/>
              <a:pathLst>
                <a:path w="1920" h="323">
                  <a:moveTo>
                    <a:pt x="1920" y="323"/>
                  </a:moveTo>
                  <a:cubicBezTo>
                    <a:pt x="1742" y="142"/>
                    <a:pt x="1510" y="77"/>
                    <a:pt x="1209" y="38"/>
                  </a:cubicBezTo>
                  <a:cubicBezTo>
                    <a:pt x="928" y="2"/>
                    <a:pt x="495" y="0"/>
                    <a:pt x="0" y="86"/>
                  </a:cubicBezTo>
                </a:path>
              </a:pathLst>
            </a:custGeom>
            <a:noFill/>
            <a:ln w="63500" cap="flat">
              <a:solidFill>
                <a:schemeClr val="accent1"/>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黑体" panose="02010609060101010101" pitchFamily="49" charset="-122"/>
                <a:ea typeface="黑体" panose="02010609060101010101" pitchFamily="49" charset="-122"/>
              </a:endParaRPr>
            </a:p>
          </p:txBody>
        </p:sp>
        <p:sp>
          <p:nvSpPr>
            <p:cNvPr id="51" name="Freeform 17"/>
            <p:cNvSpPr/>
            <p:nvPr/>
          </p:nvSpPr>
          <p:spPr bwMode="auto">
            <a:xfrm>
              <a:off x="6350" y="3068638"/>
              <a:ext cx="6091238" cy="835025"/>
            </a:xfrm>
            <a:custGeom>
              <a:avLst/>
              <a:gdLst>
                <a:gd name="T0" fmla="*/ 1920 w 1920"/>
                <a:gd name="T1" fmla="*/ 263 h 263"/>
                <a:gd name="T2" fmla="*/ 1155 w 1920"/>
                <a:gd name="T3" fmla="*/ 28 h 263"/>
                <a:gd name="T4" fmla="*/ 0 w 1920"/>
                <a:gd name="T5" fmla="*/ 59 h 263"/>
              </a:gdLst>
              <a:ahLst/>
              <a:cxnLst>
                <a:cxn ang="0">
                  <a:pos x="T0" y="T1"/>
                </a:cxn>
                <a:cxn ang="0">
                  <a:pos x="T2" y="T3"/>
                </a:cxn>
                <a:cxn ang="0">
                  <a:pos x="T4" y="T5"/>
                </a:cxn>
              </a:cxnLst>
              <a:rect l="0" t="0" r="r" b="b"/>
              <a:pathLst>
                <a:path w="1920" h="263">
                  <a:moveTo>
                    <a:pt x="1920" y="263"/>
                  </a:moveTo>
                  <a:cubicBezTo>
                    <a:pt x="1671" y="92"/>
                    <a:pt x="1458" y="53"/>
                    <a:pt x="1155" y="28"/>
                  </a:cubicBezTo>
                  <a:cubicBezTo>
                    <a:pt x="807" y="0"/>
                    <a:pt x="479" y="6"/>
                    <a:pt x="0" y="59"/>
                  </a:cubicBezTo>
                </a:path>
              </a:pathLst>
            </a:custGeom>
            <a:noFill/>
            <a:ln w="63500" cap="flat">
              <a:solidFill>
                <a:schemeClr val="accent1"/>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黑体" panose="02010609060101010101" pitchFamily="49" charset="-122"/>
                <a:ea typeface="黑体" panose="02010609060101010101" pitchFamily="49" charset="-122"/>
              </a:endParaRPr>
            </a:p>
          </p:txBody>
        </p:sp>
        <p:sp>
          <p:nvSpPr>
            <p:cNvPr id="52" name="Freeform 18"/>
            <p:cNvSpPr/>
            <p:nvPr/>
          </p:nvSpPr>
          <p:spPr bwMode="auto">
            <a:xfrm>
              <a:off x="6097588" y="3068638"/>
              <a:ext cx="6091238" cy="835025"/>
            </a:xfrm>
            <a:custGeom>
              <a:avLst/>
              <a:gdLst>
                <a:gd name="T0" fmla="*/ 0 w 1920"/>
                <a:gd name="T1" fmla="*/ 263 h 263"/>
                <a:gd name="T2" fmla="*/ 764 w 1920"/>
                <a:gd name="T3" fmla="*/ 28 h 263"/>
                <a:gd name="T4" fmla="*/ 1920 w 1920"/>
                <a:gd name="T5" fmla="*/ 59 h 263"/>
              </a:gdLst>
              <a:ahLst/>
              <a:cxnLst>
                <a:cxn ang="0">
                  <a:pos x="T0" y="T1"/>
                </a:cxn>
                <a:cxn ang="0">
                  <a:pos x="T2" y="T3"/>
                </a:cxn>
                <a:cxn ang="0">
                  <a:pos x="T4" y="T5"/>
                </a:cxn>
              </a:cxnLst>
              <a:rect l="0" t="0" r="r" b="b"/>
              <a:pathLst>
                <a:path w="1920" h="263">
                  <a:moveTo>
                    <a:pt x="0" y="263"/>
                  </a:moveTo>
                  <a:cubicBezTo>
                    <a:pt x="249" y="92"/>
                    <a:pt x="462" y="53"/>
                    <a:pt x="764" y="28"/>
                  </a:cubicBezTo>
                  <a:cubicBezTo>
                    <a:pt x="1112" y="0"/>
                    <a:pt x="1441" y="6"/>
                    <a:pt x="1920" y="59"/>
                  </a:cubicBezTo>
                </a:path>
              </a:pathLst>
            </a:custGeom>
            <a:noFill/>
            <a:ln w="63500" cap="flat">
              <a:solidFill>
                <a:schemeClr val="accent1"/>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黑体" panose="02010609060101010101" pitchFamily="49" charset="-122"/>
                <a:ea typeface="黑体" panose="02010609060101010101" pitchFamily="49" charset="-122"/>
              </a:endParaRPr>
            </a:p>
          </p:txBody>
        </p:sp>
        <p:sp>
          <p:nvSpPr>
            <p:cNvPr id="53" name="Freeform 19"/>
            <p:cNvSpPr/>
            <p:nvPr/>
          </p:nvSpPr>
          <p:spPr bwMode="auto">
            <a:xfrm>
              <a:off x="346075" y="2484438"/>
              <a:ext cx="5751513" cy="1419225"/>
            </a:xfrm>
            <a:custGeom>
              <a:avLst/>
              <a:gdLst>
                <a:gd name="T0" fmla="*/ 1813 w 1813"/>
                <a:gd name="T1" fmla="*/ 447 h 447"/>
                <a:gd name="T2" fmla="*/ 1000 w 1813"/>
                <a:gd name="T3" fmla="*/ 42 h 447"/>
                <a:gd name="T4" fmla="*/ 0 w 1813"/>
                <a:gd name="T5" fmla="*/ 82 h 447"/>
              </a:gdLst>
              <a:ahLst/>
              <a:cxnLst>
                <a:cxn ang="0">
                  <a:pos x="T0" y="T1"/>
                </a:cxn>
                <a:cxn ang="0">
                  <a:pos x="T2" y="T3"/>
                </a:cxn>
                <a:cxn ang="0">
                  <a:pos x="T4" y="T5"/>
                </a:cxn>
              </a:cxnLst>
              <a:rect l="0" t="0" r="r" b="b"/>
              <a:pathLst>
                <a:path w="1813" h="447">
                  <a:moveTo>
                    <a:pt x="1813" y="447"/>
                  </a:moveTo>
                  <a:cubicBezTo>
                    <a:pt x="1682" y="209"/>
                    <a:pt x="1314" y="90"/>
                    <a:pt x="1000" y="42"/>
                  </a:cubicBezTo>
                  <a:cubicBezTo>
                    <a:pt x="723" y="0"/>
                    <a:pt x="385" y="9"/>
                    <a:pt x="0" y="82"/>
                  </a:cubicBezTo>
                </a:path>
              </a:pathLst>
            </a:custGeom>
            <a:noFill/>
            <a:ln w="63500" cap="flat">
              <a:solidFill>
                <a:schemeClr val="accent1"/>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黑体" panose="02010609060101010101" pitchFamily="49" charset="-122"/>
                <a:ea typeface="黑体" panose="02010609060101010101" pitchFamily="49" charset="-122"/>
              </a:endParaRPr>
            </a:p>
          </p:txBody>
        </p:sp>
        <p:sp>
          <p:nvSpPr>
            <p:cNvPr id="54" name="Freeform 20"/>
            <p:cNvSpPr/>
            <p:nvPr/>
          </p:nvSpPr>
          <p:spPr bwMode="auto">
            <a:xfrm>
              <a:off x="765175" y="1903413"/>
              <a:ext cx="5332413" cy="2000250"/>
            </a:xfrm>
            <a:custGeom>
              <a:avLst/>
              <a:gdLst>
                <a:gd name="T0" fmla="*/ 1681 w 1681"/>
                <a:gd name="T1" fmla="*/ 630 h 630"/>
                <a:gd name="T2" fmla="*/ 891 w 1681"/>
                <a:gd name="T3" fmla="*/ 85 h 630"/>
                <a:gd name="T4" fmla="*/ 0 w 1681"/>
                <a:gd name="T5" fmla="*/ 22 h 630"/>
              </a:gdLst>
              <a:ahLst/>
              <a:cxnLst>
                <a:cxn ang="0">
                  <a:pos x="T0" y="T1"/>
                </a:cxn>
                <a:cxn ang="0">
                  <a:pos x="T2" y="T3"/>
                </a:cxn>
                <a:cxn ang="0">
                  <a:pos x="T4" y="T5"/>
                </a:cxn>
              </a:cxnLst>
              <a:rect l="0" t="0" r="r" b="b"/>
              <a:pathLst>
                <a:path w="1681" h="630">
                  <a:moveTo>
                    <a:pt x="1681" y="630"/>
                  </a:moveTo>
                  <a:cubicBezTo>
                    <a:pt x="1557" y="313"/>
                    <a:pt x="1212" y="170"/>
                    <a:pt x="891" y="85"/>
                  </a:cubicBezTo>
                  <a:cubicBezTo>
                    <a:pt x="620" y="13"/>
                    <a:pt x="311" y="0"/>
                    <a:pt x="0" y="22"/>
                  </a:cubicBezTo>
                </a:path>
              </a:pathLst>
            </a:custGeom>
            <a:noFill/>
            <a:ln w="63500" cap="flat">
              <a:solidFill>
                <a:schemeClr val="accent1"/>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黑体" panose="02010609060101010101" pitchFamily="49" charset="-122"/>
                <a:ea typeface="黑体" panose="02010609060101010101" pitchFamily="49" charset="-122"/>
              </a:endParaRPr>
            </a:p>
          </p:txBody>
        </p:sp>
        <p:sp>
          <p:nvSpPr>
            <p:cNvPr id="55" name="Freeform 21"/>
            <p:cNvSpPr/>
            <p:nvPr/>
          </p:nvSpPr>
          <p:spPr bwMode="auto">
            <a:xfrm>
              <a:off x="6097588" y="2878138"/>
              <a:ext cx="6091238" cy="1025525"/>
            </a:xfrm>
            <a:custGeom>
              <a:avLst/>
              <a:gdLst>
                <a:gd name="T0" fmla="*/ 0 w 1920"/>
                <a:gd name="T1" fmla="*/ 323 h 323"/>
                <a:gd name="T2" fmla="*/ 710 w 1920"/>
                <a:gd name="T3" fmla="*/ 38 h 323"/>
                <a:gd name="T4" fmla="*/ 1920 w 1920"/>
                <a:gd name="T5" fmla="*/ 86 h 323"/>
              </a:gdLst>
              <a:ahLst/>
              <a:cxnLst>
                <a:cxn ang="0">
                  <a:pos x="T0" y="T1"/>
                </a:cxn>
                <a:cxn ang="0">
                  <a:pos x="T2" y="T3"/>
                </a:cxn>
                <a:cxn ang="0">
                  <a:pos x="T4" y="T5"/>
                </a:cxn>
              </a:cxnLst>
              <a:rect l="0" t="0" r="r" b="b"/>
              <a:pathLst>
                <a:path w="1920" h="323">
                  <a:moveTo>
                    <a:pt x="0" y="323"/>
                  </a:moveTo>
                  <a:cubicBezTo>
                    <a:pt x="178" y="142"/>
                    <a:pt x="410" y="77"/>
                    <a:pt x="710" y="38"/>
                  </a:cubicBezTo>
                  <a:cubicBezTo>
                    <a:pt x="992" y="2"/>
                    <a:pt x="1425" y="0"/>
                    <a:pt x="1920" y="86"/>
                  </a:cubicBezTo>
                </a:path>
              </a:pathLst>
            </a:custGeom>
            <a:noFill/>
            <a:ln w="63500" cap="flat">
              <a:solidFill>
                <a:schemeClr val="accent1"/>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黑体" panose="02010609060101010101" pitchFamily="49" charset="-122"/>
                <a:ea typeface="黑体" panose="02010609060101010101" pitchFamily="49" charset="-122"/>
              </a:endParaRPr>
            </a:p>
          </p:txBody>
        </p:sp>
        <p:sp>
          <p:nvSpPr>
            <p:cNvPr id="56" name="Freeform 22"/>
            <p:cNvSpPr/>
            <p:nvPr/>
          </p:nvSpPr>
          <p:spPr bwMode="auto">
            <a:xfrm>
              <a:off x="6097588" y="2484438"/>
              <a:ext cx="5751513" cy="1419225"/>
            </a:xfrm>
            <a:custGeom>
              <a:avLst/>
              <a:gdLst>
                <a:gd name="T0" fmla="*/ 0 w 1813"/>
                <a:gd name="T1" fmla="*/ 447 h 447"/>
                <a:gd name="T2" fmla="*/ 813 w 1813"/>
                <a:gd name="T3" fmla="*/ 42 h 447"/>
                <a:gd name="T4" fmla="*/ 1813 w 1813"/>
                <a:gd name="T5" fmla="*/ 82 h 447"/>
              </a:gdLst>
              <a:ahLst/>
              <a:cxnLst>
                <a:cxn ang="0">
                  <a:pos x="T0" y="T1"/>
                </a:cxn>
                <a:cxn ang="0">
                  <a:pos x="T2" y="T3"/>
                </a:cxn>
                <a:cxn ang="0">
                  <a:pos x="T4" y="T5"/>
                </a:cxn>
              </a:cxnLst>
              <a:rect l="0" t="0" r="r" b="b"/>
              <a:pathLst>
                <a:path w="1813" h="447">
                  <a:moveTo>
                    <a:pt x="0" y="447"/>
                  </a:moveTo>
                  <a:cubicBezTo>
                    <a:pt x="130" y="209"/>
                    <a:pt x="498" y="90"/>
                    <a:pt x="813" y="42"/>
                  </a:cubicBezTo>
                  <a:cubicBezTo>
                    <a:pt x="1090" y="0"/>
                    <a:pt x="1428" y="9"/>
                    <a:pt x="1813" y="82"/>
                  </a:cubicBezTo>
                </a:path>
              </a:pathLst>
            </a:custGeom>
            <a:noFill/>
            <a:ln w="63500" cap="flat">
              <a:solidFill>
                <a:schemeClr val="accent1"/>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黑体" panose="02010609060101010101" pitchFamily="49" charset="-122"/>
                <a:ea typeface="黑体" panose="02010609060101010101" pitchFamily="49" charset="-122"/>
              </a:endParaRPr>
            </a:p>
          </p:txBody>
        </p:sp>
        <p:sp>
          <p:nvSpPr>
            <p:cNvPr id="57" name="Freeform 23"/>
            <p:cNvSpPr/>
            <p:nvPr/>
          </p:nvSpPr>
          <p:spPr bwMode="auto">
            <a:xfrm>
              <a:off x="6097588" y="1903413"/>
              <a:ext cx="5332413" cy="2000250"/>
            </a:xfrm>
            <a:custGeom>
              <a:avLst/>
              <a:gdLst>
                <a:gd name="T0" fmla="*/ 0 w 1681"/>
                <a:gd name="T1" fmla="*/ 630 h 630"/>
                <a:gd name="T2" fmla="*/ 790 w 1681"/>
                <a:gd name="T3" fmla="*/ 85 h 630"/>
                <a:gd name="T4" fmla="*/ 1681 w 1681"/>
                <a:gd name="T5" fmla="*/ 22 h 630"/>
              </a:gdLst>
              <a:ahLst/>
              <a:cxnLst>
                <a:cxn ang="0">
                  <a:pos x="T0" y="T1"/>
                </a:cxn>
                <a:cxn ang="0">
                  <a:pos x="T2" y="T3"/>
                </a:cxn>
                <a:cxn ang="0">
                  <a:pos x="T4" y="T5"/>
                </a:cxn>
              </a:cxnLst>
              <a:rect l="0" t="0" r="r" b="b"/>
              <a:pathLst>
                <a:path w="1681" h="630">
                  <a:moveTo>
                    <a:pt x="0" y="630"/>
                  </a:moveTo>
                  <a:cubicBezTo>
                    <a:pt x="124" y="313"/>
                    <a:pt x="469" y="170"/>
                    <a:pt x="790" y="85"/>
                  </a:cubicBezTo>
                  <a:cubicBezTo>
                    <a:pt x="1060" y="13"/>
                    <a:pt x="1369" y="0"/>
                    <a:pt x="1681" y="22"/>
                  </a:cubicBezTo>
                </a:path>
              </a:pathLst>
            </a:custGeom>
            <a:noFill/>
            <a:ln w="63500" cap="flat">
              <a:solidFill>
                <a:schemeClr val="accent1"/>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黑体" panose="02010609060101010101" pitchFamily="49" charset="-122"/>
                <a:ea typeface="黑体" panose="02010609060101010101" pitchFamily="49" charset="-122"/>
              </a:endParaRPr>
            </a:p>
          </p:txBody>
        </p:sp>
      </p:grpSp>
      <p:grpSp>
        <p:nvGrpSpPr>
          <p:cNvPr id="25" name="组合 24"/>
          <p:cNvGrpSpPr/>
          <p:nvPr/>
        </p:nvGrpSpPr>
        <p:grpSpPr>
          <a:xfrm>
            <a:off x="4146536" y="1337761"/>
            <a:ext cx="589306" cy="859041"/>
            <a:chOff x="2528974" y="2863357"/>
            <a:chExt cx="246811" cy="359779"/>
          </a:xfrm>
          <a:solidFill>
            <a:srgbClr val="27506E"/>
          </a:solidFill>
        </p:grpSpPr>
        <p:sp>
          <p:nvSpPr>
            <p:cNvPr id="26" name="AutoShape 113"/>
            <p:cNvSpPr/>
            <p:nvPr/>
          </p:nvSpPr>
          <p:spPr bwMode="auto">
            <a:xfrm>
              <a:off x="2528974" y="2863357"/>
              <a:ext cx="246811" cy="35977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5386" y="14175"/>
                  </a:moveTo>
                  <a:lnTo>
                    <a:pt x="6223" y="14175"/>
                  </a:lnTo>
                  <a:cubicBezTo>
                    <a:pt x="5734" y="13446"/>
                    <a:pt x="5147" y="12716"/>
                    <a:pt x="4568" y="12003"/>
                  </a:cubicBezTo>
                  <a:cubicBezTo>
                    <a:pt x="3287" y="10427"/>
                    <a:pt x="1963" y="8797"/>
                    <a:pt x="1963" y="7425"/>
                  </a:cubicBezTo>
                  <a:cubicBezTo>
                    <a:pt x="1963" y="4075"/>
                    <a:pt x="5927" y="1350"/>
                    <a:pt x="10800" y="1350"/>
                  </a:cubicBezTo>
                  <a:cubicBezTo>
                    <a:pt x="15672" y="1350"/>
                    <a:pt x="19636" y="4075"/>
                    <a:pt x="19636" y="7425"/>
                  </a:cubicBezTo>
                  <a:cubicBezTo>
                    <a:pt x="19636" y="8787"/>
                    <a:pt x="18312" y="10425"/>
                    <a:pt x="17029" y="12011"/>
                  </a:cubicBezTo>
                  <a:cubicBezTo>
                    <a:pt x="16455" y="12723"/>
                    <a:pt x="15873" y="13449"/>
                    <a:pt x="15386" y="14175"/>
                  </a:cubicBezTo>
                  <a:moveTo>
                    <a:pt x="10800" y="20249"/>
                  </a:moveTo>
                  <a:cubicBezTo>
                    <a:pt x="9805" y="20249"/>
                    <a:pt x="9347" y="20171"/>
                    <a:pt x="8839" y="19406"/>
                  </a:cubicBezTo>
                  <a:lnTo>
                    <a:pt x="13000" y="19048"/>
                  </a:lnTo>
                  <a:cubicBezTo>
                    <a:pt x="12398" y="20164"/>
                    <a:pt x="11959" y="20249"/>
                    <a:pt x="10800" y="20249"/>
                  </a:cubicBezTo>
                  <a:moveTo>
                    <a:pt x="7595" y="16813"/>
                  </a:moveTo>
                  <a:cubicBezTo>
                    <a:pt x="7417" y="16407"/>
                    <a:pt x="7215" y="15978"/>
                    <a:pt x="6991" y="15525"/>
                  </a:cubicBezTo>
                  <a:lnTo>
                    <a:pt x="14616" y="15525"/>
                  </a:lnTo>
                  <a:cubicBezTo>
                    <a:pt x="14496" y="15767"/>
                    <a:pt x="14375" y="16010"/>
                    <a:pt x="14270" y="16239"/>
                  </a:cubicBezTo>
                  <a:cubicBezTo>
                    <a:pt x="14270" y="16239"/>
                    <a:pt x="7595" y="16813"/>
                    <a:pt x="7595" y="16813"/>
                  </a:cubicBezTo>
                  <a:close/>
                  <a:moveTo>
                    <a:pt x="13345" y="18343"/>
                  </a:moveTo>
                  <a:lnTo>
                    <a:pt x="8476" y="18762"/>
                  </a:lnTo>
                  <a:cubicBezTo>
                    <a:pt x="8303" y="18416"/>
                    <a:pt x="8116" y="18011"/>
                    <a:pt x="7890" y="17483"/>
                  </a:cubicBezTo>
                  <a:cubicBezTo>
                    <a:pt x="7887" y="17477"/>
                    <a:pt x="7883" y="17469"/>
                    <a:pt x="7881" y="17462"/>
                  </a:cubicBezTo>
                  <a:lnTo>
                    <a:pt x="13957" y="16941"/>
                  </a:lnTo>
                  <a:cubicBezTo>
                    <a:pt x="13871" y="17140"/>
                    <a:pt x="13778" y="17350"/>
                    <a:pt x="13698" y="17537"/>
                  </a:cubicBezTo>
                  <a:cubicBezTo>
                    <a:pt x="13569" y="17841"/>
                    <a:pt x="13453" y="18104"/>
                    <a:pt x="13345" y="18343"/>
                  </a:cubicBezTo>
                  <a:moveTo>
                    <a:pt x="10800" y="0"/>
                  </a:moveTo>
                  <a:cubicBezTo>
                    <a:pt x="4835" y="0"/>
                    <a:pt x="0" y="3324"/>
                    <a:pt x="0" y="7425"/>
                  </a:cubicBezTo>
                  <a:cubicBezTo>
                    <a:pt x="0" y="10146"/>
                    <a:pt x="3621" y="13029"/>
                    <a:pt x="4939" y="15562"/>
                  </a:cubicBezTo>
                  <a:cubicBezTo>
                    <a:pt x="6906" y="19339"/>
                    <a:pt x="6688" y="21599"/>
                    <a:pt x="10800" y="21599"/>
                  </a:cubicBezTo>
                  <a:cubicBezTo>
                    <a:pt x="14972" y="21599"/>
                    <a:pt x="14692" y="19349"/>
                    <a:pt x="16660" y="15577"/>
                  </a:cubicBezTo>
                  <a:cubicBezTo>
                    <a:pt x="17983" y="13039"/>
                    <a:pt x="21600" y="10124"/>
                    <a:pt x="21600" y="7425"/>
                  </a:cubicBezTo>
                  <a:cubicBezTo>
                    <a:pt x="21600" y="3324"/>
                    <a:pt x="16764" y="0"/>
                    <a:pt x="10800" y="0"/>
                  </a:cubicBezTo>
                </a:path>
              </a:pathLst>
            </a:custGeom>
            <a:grpFill/>
            <a:ln>
              <a:noFill/>
            </a:ln>
            <a:effectLst/>
          </p:spPr>
          <p:txBody>
            <a:bodyPr lIns="19050" tIns="19050" rIns="19050" bIns="19050" anchor="ctr"/>
            <a:lstStyle/>
            <a:p>
              <a:pPr marL="0" marR="0" lvl="0" indent="0" algn="ctr" defTabSz="228600" eaLnBrk="1" fontAlgn="auto" latinLnBrk="0" hangingPunct="1">
                <a:lnSpc>
                  <a:spcPct val="100000"/>
                </a:lnSpc>
                <a:spcBef>
                  <a:spcPts val="0"/>
                </a:spcBef>
                <a:spcAft>
                  <a:spcPts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黑体" panose="02010609060101010101" pitchFamily="49" charset="-122"/>
                <a:ea typeface="黑体" panose="02010609060101010101" pitchFamily="49" charset="-122"/>
                <a:sym typeface="Gill Sans" charset="0"/>
              </a:endParaRPr>
            </a:p>
          </p:txBody>
        </p:sp>
        <p:sp>
          <p:nvSpPr>
            <p:cNvPr id="27" name="AutoShape 114"/>
            <p:cNvSpPr/>
            <p:nvPr/>
          </p:nvSpPr>
          <p:spPr bwMode="auto">
            <a:xfrm>
              <a:off x="2584843" y="2919841"/>
              <a:ext cx="73061" cy="7306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9938" y="0"/>
                  </a:moveTo>
                  <a:cubicBezTo>
                    <a:pt x="8943" y="0"/>
                    <a:pt x="0" y="8942"/>
                    <a:pt x="0" y="19938"/>
                  </a:cubicBezTo>
                  <a:cubicBezTo>
                    <a:pt x="0" y="20855"/>
                    <a:pt x="743" y="21600"/>
                    <a:pt x="1661" y="21600"/>
                  </a:cubicBezTo>
                  <a:cubicBezTo>
                    <a:pt x="2579" y="21600"/>
                    <a:pt x="3323" y="20855"/>
                    <a:pt x="3323" y="19938"/>
                  </a:cubicBezTo>
                  <a:cubicBezTo>
                    <a:pt x="3323" y="10777"/>
                    <a:pt x="10777" y="3323"/>
                    <a:pt x="19938" y="3323"/>
                  </a:cubicBezTo>
                  <a:cubicBezTo>
                    <a:pt x="20856" y="3323"/>
                    <a:pt x="21600" y="2578"/>
                    <a:pt x="21600" y="1661"/>
                  </a:cubicBezTo>
                  <a:cubicBezTo>
                    <a:pt x="21600" y="744"/>
                    <a:pt x="20856" y="0"/>
                    <a:pt x="19938" y="0"/>
                  </a:cubicBezTo>
                </a:path>
              </a:pathLst>
            </a:custGeom>
            <a:grpFill/>
            <a:ln>
              <a:noFill/>
            </a:ln>
            <a:effectLst/>
          </p:spPr>
          <p:txBody>
            <a:bodyPr lIns="19050" tIns="19050" rIns="19050" bIns="19050" anchor="ctr"/>
            <a:lstStyle/>
            <a:p>
              <a:pPr marL="0" marR="0" lvl="0" indent="0" algn="ctr" defTabSz="228600" eaLnBrk="1" fontAlgn="auto" latinLnBrk="0" hangingPunct="1">
                <a:lnSpc>
                  <a:spcPct val="100000"/>
                </a:lnSpc>
                <a:spcBef>
                  <a:spcPts val="0"/>
                </a:spcBef>
                <a:spcAft>
                  <a:spcPts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黑体" panose="02010609060101010101" pitchFamily="49" charset="-122"/>
                <a:ea typeface="黑体" panose="02010609060101010101" pitchFamily="49" charset="-122"/>
                <a:sym typeface="Gill Sans" charset="0"/>
              </a:endParaRPr>
            </a:p>
          </p:txBody>
        </p:sp>
      </p:grpSp>
      <p:pic>
        <p:nvPicPr>
          <p:cNvPr id="3" name="图片 2"/>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8290290" y="64896"/>
            <a:ext cx="790862" cy="798578"/>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mc:Choice>
    <mc:Fallback>
      <p:transition spd="slow"/>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4" name="图片 63"/>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8290290" y="64896"/>
            <a:ext cx="790862" cy="798578"/>
          </a:xfrm>
          <a:prstGeom prst="rect">
            <a:avLst/>
          </a:prstGeom>
        </p:spPr>
      </p:pic>
      <p:sp>
        <p:nvSpPr>
          <p:cNvPr id="2" name="文本框 1"/>
          <p:cNvSpPr txBox="1"/>
          <p:nvPr/>
        </p:nvSpPr>
        <p:spPr>
          <a:xfrm>
            <a:off x="518160" y="257810"/>
            <a:ext cx="1250950" cy="398780"/>
          </a:xfrm>
          <a:prstGeom prst="rect">
            <a:avLst/>
          </a:prstGeom>
          <a:noFill/>
        </p:spPr>
        <p:txBody>
          <a:bodyPr wrap="square">
            <a:spAutoFit/>
          </a:bodyPr>
          <a:lstStyle/>
          <a:p>
            <a:r>
              <a:rPr lang="zh-CN" altLang="en-US" sz="2000" b="1" dirty="0">
                <a:solidFill>
                  <a:srgbClr val="27506E"/>
                </a:solidFill>
                <a:latin typeface="宋体" panose="02010600030101010101" pitchFamily="2" charset="-122"/>
                <a:ea typeface="宋体" panose="02010600030101010101" pitchFamily="2" charset="-122"/>
              </a:rPr>
              <a:t>工作</a:t>
            </a:r>
            <a:r>
              <a:rPr lang="zh-CN" altLang="en-US" sz="2000" b="1" dirty="0">
                <a:solidFill>
                  <a:srgbClr val="27506E"/>
                </a:solidFill>
                <a:latin typeface="宋体" panose="02010600030101010101" pitchFamily="2" charset="-122"/>
                <a:ea typeface="宋体" panose="02010600030101010101" pitchFamily="2" charset="-122"/>
              </a:rPr>
              <a:t>总结</a:t>
            </a:r>
            <a:endParaRPr lang="zh-CN" altLang="en-US" sz="2000" b="1" dirty="0">
              <a:solidFill>
                <a:srgbClr val="27506E"/>
              </a:solidFill>
              <a:latin typeface="宋体" panose="02010600030101010101" pitchFamily="2" charset="-122"/>
              <a:ea typeface="宋体" panose="02010600030101010101" pitchFamily="2" charset="-122"/>
            </a:endParaRPr>
          </a:p>
        </p:txBody>
      </p:sp>
      <p:sp>
        <p:nvSpPr>
          <p:cNvPr id="3" name="标题 1"/>
          <p:cNvSpPr txBox="1"/>
          <p:nvPr/>
        </p:nvSpPr>
        <p:spPr>
          <a:xfrm>
            <a:off x="2839145" y="2713441"/>
            <a:ext cx="1543199" cy="1916615"/>
          </a:xfrm>
          <a:custGeom>
            <a:avLst/>
            <a:gdLst>
              <a:gd name="connsiteX0" fmla="*/ 1061615 w 1595967"/>
              <a:gd name="connsiteY0" fmla="*/ 1982153 h 1982152"/>
              <a:gd name="connsiteX1" fmla="*/ 142453 w 1595967"/>
              <a:gd name="connsiteY1" fmla="*/ 1451610 h 1982152"/>
              <a:gd name="connsiteX2" fmla="*/ 36725 w 1595967"/>
              <a:gd name="connsiteY2" fmla="*/ 647700 h 1982152"/>
              <a:gd name="connsiteX3" fmla="*/ 530120 w 1595967"/>
              <a:gd name="connsiteY3" fmla="*/ 3810 h 1982152"/>
              <a:gd name="connsiteX4" fmla="*/ 536787 w 1595967"/>
              <a:gd name="connsiteY4" fmla="*/ 0 h 1982152"/>
              <a:gd name="connsiteX5" fmla="*/ 1124480 w 1595967"/>
              <a:gd name="connsiteY5" fmla="*/ 883920 h 1982152"/>
              <a:gd name="connsiteX6" fmla="*/ 1595967 w 1595967"/>
              <a:gd name="connsiteY6" fmla="*/ 1835467 h 1982152"/>
              <a:gd name="connsiteX7" fmla="*/ 1589300 w 1595967"/>
              <a:gd name="connsiteY7" fmla="*/ 1839278 h 1982152"/>
              <a:gd name="connsiteX8" fmla="*/ 1061615 w 1595967"/>
              <a:gd name="connsiteY8" fmla="*/ 1982153 h 1982152"/>
              <a:gd name="connsiteX9" fmla="*/ 1061615 w 1595967"/>
              <a:gd name="connsiteY9" fmla="*/ 1982153 h 1982152"/>
            </a:gdLst>
            <a:ahLst/>
            <a:cxnLst/>
            <a:rect l="l" t="t" r="r" b="b"/>
            <a:pathLst>
              <a:path w="1595967" h="1982152">
                <a:moveTo>
                  <a:pt x="1061615" y="1982153"/>
                </a:moveTo>
                <a:cubicBezTo>
                  <a:pt x="683472" y="1982153"/>
                  <a:pt x="331047" y="1779270"/>
                  <a:pt x="142453" y="1451610"/>
                </a:cubicBezTo>
                <a:cubicBezTo>
                  <a:pt x="530" y="1206817"/>
                  <a:pt x="-36618" y="921067"/>
                  <a:pt x="36725" y="647700"/>
                </a:cubicBezTo>
                <a:cubicBezTo>
                  <a:pt x="110067" y="374332"/>
                  <a:pt x="285328" y="145732"/>
                  <a:pt x="530120" y="3810"/>
                </a:cubicBezTo>
                <a:cubicBezTo>
                  <a:pt x="532025" y="2857"/>
                  <a:pt x="534882" y="952"/>
                  <a:pt x="536787" y="0"/>
                </a:cubicBezTo>
                <a:cubicBezTo>
                  <a:pt x="571078" y="372427"/>
                  <a:pt x="793010" y="706755"/>
                  <a:pt x="1124480" y="883920"/>
                </a:cubicBezTo>
                <a:cubicBezTo>
                  <a:pt x="1112097" y="1260157"/>
                  <a:pt x="1291167" y="1619250"/>
                  <a:pt x="1595967" y="1835467"/>
                </a:cubicBezTo>
                <a:cubicBezTo>
                  <a:pt x="1594062" y="1836420"/>
                  <a:pt x="1591205" y="1838325"/>
                  <a:pt x="1589300" y="1839278"/>
                </a:cubicBezTo>
                <a:cubicBezTo>
                  <a:pt x="1429280" y="1932623"/>
                  <a:pt x="1246400" y="1982153"/>
                  <a:pt x="1061615" y="1982153"/>
                </a:cubicBezTo>
                <a:cubicBezTo>
                  <a:pt x="1061615" y="1982153"/>
                  <a:pt x="1061615" y="1982153"/>
                  <a:pt x="1061615" y="1982153"/>
                </a:cubicBezTo>
                <a:close/>
              </a:path>
            </a:pathLst>
          </a:custGeom>
          <a:solidFill>
            <a:schemeClr val="accent3"/>
          </a:solidFill>
          <a:ln w="9525" cap="flat">
            <a:noFill/>
            <a:miter/>
          </a:ln>
        </p:spPr>
        <p:txBody>
          <a:bodyPr vert="horz" wrap="square" lIns="91440" tIns="45720" rIns="91440" bIns="45720" rtlCol="0" anchor="ctr"/>
          <a:p>
            <a:pPr algn="l">
              <a:lnSpc>
                <a:spcPct val="110000"/>
              </a:lnSpc>
            </a:pPr>
            <a:endParaRPr kumimoji="1" lang="zh-CN" altLang="en-US"/>
          </a:p>
        </p:txBody>
      </p:sp>
      <p:sp>
        <p:nvSpPr>
          <p:cNvPr id="7" name="标题 1"/>
          <p:cNvSpPr txBox="1"/>
          <p:nvPr/>
        </p:nvSpPr>
        <p:spPr>
          <a:xfrm>
            <a:off x="3413272" y="2596157"/>
            <a:ext cx="968900" cy="924690"/>
          </a:xfrm>
          <a:custGeom>
            <a:avLst/>
            <a:gdLst>
              <a:gd name="connsiteX0" fmla="*/ 534353 w 1002030"/>
              <a:gd name="connsiteY0" fmla="*/ 956310 h 956309"/>
              <a:gd name="connsiteX1" fmla="*/ 0 w 1002030"/>
              <a:gd name="connsiteY1" fmla="*/ 107633 h 956309"/>
              <a:gd name="connsiteX2" fmla="*/ 463868 w 1002030"/>
              <a:gd name="connsiteY2" fmla="*/ 0 h 956309"/>
              <a:gd name="connsiteX3" fmla="*/ 1002030 w 1002030"/>
              <a:gd name="connsiteY3" fmla="*/ 145733 h 956309"/>
              <a:gd name="connsiteX4" fmla="*/ 680085 w 1002030"/>
              <a:gd name="connsiteY4" fmla="*/ 500063 h 956309"/>
              <a:gd name="connsiteX5" fmla="*/ 534353 w 1002030"/>
              <a:gd name="connsiteY5" fmla="*/ 956310 h 956309"/>
            </a:gdLst>
            <a:ahLst/>
            <a:cxnLst/>
            <a:rect l="l" t="t" r="r" b="b"/>
            <a:pathLst>
              <a:path w="1002030" h="956309">
                <a:moveTo>
                  <a:pt x="534353" y="956310"/>
                </a:moveTo>
                <a:cubicBezTo>
                  <a:pt x="226695" y="781050"/>
                  <a:pt x="24765" y="461010"/>
                  <a:pt x="0" y="107633"/>
                </a:cubicBezTo>
                <a:cubicBezTo>
                  <a:pt x="143828" y="37147"/>
                  <a:pt x="303848" y="0"/>
                  <a:pt x="463868" y="0"/>
                </a:cubicBezTo>
                <a:cubicBezTo>
                  <a:pt x="653415" y="0"/>
                  <a:pt x="839153" y="50483"/>
                  <a:pt x="1002030" y="145733"/>
                </a:cubicBezTo>
                <a:cubicBezTo>
                  <a:pt x="869632" y="239078"/>
                  <a:pt x="762000" y="358140"/>
                  <a:pt x="680085" y="500063"/>
                </a:cubicBezTo>
                <a:cubicBezTo>
                  <a:pt x="598170" y="641985"/>
                  <a:pt x="549593" y="795338"/>
                  <a:pt x="534353" y="956310"/>
                </a:cubicBezTo>
                <a:close/>
              </a:path>
            </a:pathLst>
          </a:custGeom>
          <a:solidFill>
            <a:schemeClr val="accent1">
              <a:lumMod val="60000"/>
              <a:lumOff val="40000"/>
            </a:schemeClr>
          </a:solidFill>
          <a:ln w="9525" cap="flat">
            <a:noFill/>
            <a:miter/>
          </a:ln>
        </p:spPr>
        <p:txBody>
          <a:bodyPr vert="horz" wrap="square" lIns="91440" tIns="45720" rIns="91440" bIns="45720" rtlCol="0" anchor="ctr"/>
          <a:p>
            <a:pPr algn="l">
              <a:lnSpc>
                <a:spcPct val="110000"/>
              </a:lnSpc>
            </a:pPr>
            <a:endParaRPr kumimoji="1" lang="zh-CN" altLang="en-US"/>
          </a:p>
        </p:txBody>
      </p:sp>
      <p:sp>
        <p:nvSpPr>
          <p:cNvPr id="8" name="标题 1"/>
          <p:cNvSpPr txBox="1"/>
          <p:nvPr/>
        </p:nvSpPr>
        <p:spPr>
          <a:xfrm>
            <a:off x="3412994" y="1623705"/>
            <a:ext cx="2050161" cy="1098761"/>
          </a:xfrm>
          <a:custGeom>
            <a:avLst/>
            <a:gdLst>
              <a:gd name="connsiteX0" fmla="*/ 1060132 w 2120264"/>
              <a:gd name="connsiteY0" fmla="*/ 1136333 h 1136332"/>
              <a:gd name="connsiteX1" fmla="*/ 466725 w 2120264"/>
              <a:gd name="connsiteY1" fmla="*/ 966787 h 1136332"/>
              <a:gd name="connsiteX2" fmla="*/ 0 w 2120264"/>
              <a:gd name="connsiteY2" fmla="*/ 1068705 h 1136332"/>
              <a:gd name="connsiteX3" fmla="*/ 0 w 2120264"/>
              <a:gd name="connsiteY3" fmla="*/ 1060133 h 1136332"/>
              <a:gd name="connsiteX4" fmla="*/ 1060132 w 2120264"/>
              <a:gd name="connsiteY4" fmla="*/ 0 h 1136332"/>
              <a:gd name="connsiteX5" fmla="*/ 2120265 w 2120264"/>
              <a:gd name="connsiteY5" fmla="*/ 1060133 h 1136332"/>
              <a:gd name="connsiteX6" fmla="*/ 2120265 w 2120264"/>
              <a:gd name="connsiteY6" fmla="*/ 1068705 h 1136332"/>
              <a:gd name="connsiteX7" fmla="*/ 1653540 w 2120264"/>
              <a:gd name="connsiteY7" fmla="*/ 966787 h 1136332"/>
              <a:gd name="connsiteX8" fmla="*/ 1060132 w 2120264"/>
              <a:gd name="connsiteY8" fmla="*/ 1136333 h 1136332"/>
            </a:gdLst>
            <a:ahLst/>
            <a:cxnLst/>
            <a:rect l="l" t="t" r="r" b="b"/>
            <a:pathLst>
              <a:path w="2120264" h="1136332">
                <a:moveTo>
                  <a:pt x="1060132" y="1136333"/>
                </a:moveTo>
                <a:cubicBezTo>
                  <a:pt x="882015" y="1025842"/>
                  <a:pt x="677228" y="966787"/>
                  <a:pt x="466725" y="966787"/>
                </a:cubicBezTo>
                <a:cubicBezTo>
                  <a:pt x="306705" y="966787"/>
                  <a:pt x="146685" y="1002030"/>
                  <a:pt x="0" y="1068705"/>
                </a:cubicBezTo>
                <a:cubicBezTo>
                  <a:pt x="0" y="1065848"/>
                  <a:pt x="0" y="1062990"/>
                  <a:pt x="0" y="1060133"/>
                </a:cubicBezTo>
                <a:cubicBezTo>
                  <a:pt x="0" y="475297"/>
                  <a:pt x="475297" y="0"/>
                  <a:pt x="1060132" y="0"/>
                </a:cubicBezTo>
                <a:cubicBezTo>
                  <a:pt x="1644968" y="0"/>
                  <a:pt x="2120265" y="475297"/>
                  <a:pt x="2120265" y="1060133"/>
                </a:cubicBezTo>
                <a:cubicBezTo>
                  <a:pt x="2120265" y="1062990"/>
                  <a:pt x="2120265" y="1065848"/>
                  <a:pt x="2120265" y="1068705"/>
                </a:cubicBezTo>
                <a:cubicBezTo>
                  <a:pt x="1974532" y="1002030"/>
                  <a:pt x="1814513" y="966787"/>
                  <a:pt x="1653540" y="966787"/>
                </a:cubicBezTo>
                <a:cubicBezTo>
                  <a:pt x="1443038" y="966787"/>
                  <a:pt x="1238250" y="1025842"/>
                  <a:pt x="1060132" y="1136333"/>
                </a:cubicBezTo>
                <a:close/>
              </a:path>
            </a:pathLst>
          </a:custGeom>
          <a:solidFill>
            <a:schemeClr val="accent1"/>
          </a:solidFill>
          <a:ln w="9525" cap="flat">
            <a:noFill/>
            <a:miter/>
          </a:ln>
        </p:spPr>
        <p:txBody>
          <a:bodyPr vert="horz" wrap="square" lIns="91440" tIns="45720" rIns="91440" bIns="45720" rtlCol="0" anchor="ctr"/>
          <a:p>
            <a:pPr algn="l">
              <a:lnSpc>
                <a:spcPct val="110000"/>
              </a:lnSpc>
            </a:pPr>
            <a:endParaRPr kumimoji="1" lang="zh-CN" altLang="en-US"/>
          </a:p>
        </p:txBody>
      </p:sp>
      <p:sp>
        <p:nvSpPr>
          <p:cNvPr id="9" name="标题 1"/>
          <p:cNvSpPr txBox="1"/>
          <p:nvPr/>
        </p:nvSpPr>
        <p:spPr>
          <a:xfrm>
            <a:off x="4493665" y="2596157"/>
            <a:ext cx="968900" cy="924690"/>
          </a:xfrm>
          <a:custGeom>
            <a:avLst/>
            <a:gdLst>
              <a:gd name="connsiteX0" fmla="*/ 467677 w 1002030"/>
              <a:gd name="connsiteY0" fmla="*/ 956310 h 956309"/>
              <a:gd name="connsiteX1" fmla="*/ 321945 w 1002030"/>
              <a:gd name="connsiteY1" fmla="*/ 500063 h 956309"/>
              <a:gd name="connsiteX2" fmla="*/ 0 w 1002030"/>
              <a:gd name="connsiteY2" fmla="*/ 145733 h 956309"/>
              <a:gd name="connsiteX3" fmla="*/ 538163 w 1002030"/>
              <a:gd name="connsiteY3" fmla="*/ 0 h 956309"/>
              <a:gd name="connsiteX4" fmla="*/ 1002030 w 1002030"/>
              <a:gd name="connsiteY4" fmla="*/ 107633 h 956309"/>
              <a:gd name="connsiteX5" fmla="*/ 467677 w 1002030"/>
              <a:gd name="connsiteY5" fmla="*/ 956310 h 956309"/>
            </a:gdLst>
            <a:ahLst/>
            <a:cxnLst/>
            <a:rect l="l" t="t" r="r" b="b"/>
            <a:pathLst>
              <a:path w="1002030" h="956309">
                <a:moveTo>
                  <a:pt x="467677" y="956310"/>
                </a:moveTo>
                <a:cubicBezTo>
                  <a:pt x="452438" y="795338"/>
                  <a:pt x="403860" y="641985"/>
                  <a:pt x="321945" y="500063"/>
                </a:cubicBezTo>
                <a:cubicBezTo>
                  <a:pt x="240030" y="358140"/>
                  <a:pt x="131445" y="239078"/>
                  <a:pt x="0" y="145733"/>
                </a:cubicBezTo>
                <a:cubicBezTo>
                  <a:pt x="162877" y="50483"/>
                  <a:pt x="347663" y="0"/>
                  <a:pt x="538163" y="0"/>
                </a:cubicBezTo>
                <a:cubicBezTo>
                  <a:pt x="698182" y="0"/>
                  <a:pt x="858202" y="37147"/>
                  <a:pt x="1002030" y="107633"/>
                </a:cubicBezTo>
                <a:cubicBezTo>
                  <a:pt x="977265" y="461963"/>
                  <a:pt x="775335" y="781050"/>
                  <a:pt x="467677" y="956310"/>
                </a:cubicBezTo>
                <a:close/>
              </a:path>
            </a:pathLst>
          </a:custGeom>
          <a:solidFill>
            <a:schemeClr val="accent2">
              <a:lumMod val="60000"/>
              <a:lumOff val="40000"/>
            </a:schemeClr>
          </a:solidFill>
          <a:ln w="9525" cap="flat">
            <a:noFill/>
            <a:miter/>
          </a:ln>
        </p:spPr>
        <p:txBody>
          <a:bodyPr vert="horz" wrap="square" lIns="91440" tIns="45720" rIns="91440" bIns="45720" rtlCol="0" anchor="ctr"/>
          <a:p>
            <a:pPr algn="l">
              <a:lnSpc>
                <a:spcPct val="110000"/>
              </a:lnSpc>
            </a:pPr>
            <a:endParaRPr kumimoji="1" lang="zh-CN" altLang="en-US"/>
          </a:p>
        </p:txBody>
      </p:sp>
      <p:sp>
        <p:nvSpPr>
          <p:cNvPr id="15" name="标题 1"/>
          <p:cNvSpPr txBox="1"/>
          <p:nvPr/>
        </p:nvSpPr>
        <p:spPr>
          <a:xfrm>
            <a:off x="4481600" y="2713322"/>
            <a:ext cx="1542993" cy="1915694"/>
          </a:xfrm>
          <a:custGeom>
            <a:avLst/>
            <a:gdLst>
              <a:gd name="connsiteX0" fmla="*/ 535305 w 1595754"/>
              <a:gd name="connsiteY0" fmla="*/ 1981200 h 1981200"/>
              <a:gd name="connsiteX1" fmla="*/ 6668 w 1595754"/>
              <a:gd name="connsiteY1" fmla="*/ 1839277 h 1981200"/>
              <a:gd name="connsiteX2" fmla="*/ 0 w 1595754"/>
              <a:gd name="connsiteY2" fmla="*/ 1835468 h 1981200"/>
              <a:gd name="connsiteX3" fmla="*/ 471488 w 1595754"/>
              <a:gd name="connsiteY3" fmla="*/ 883920 h 1981200"/>
              <a:gd name="connsiteX4" fmla="*/ 1059180 w 1595754"/>
              <a:gd name="connsiteY4" fmla="*/ 0 h 1981200"/>
              <a:gd name="connsiteX5" fmla="*/ 1065847 w 1595754"/>
              <a:gd name="connsiteY5" fmla="*/ 3810 h 1981200"/>
              <a:gd name="connsiteX6" fmla="*/ 1559243 w 1595754"/>
              <a:gd name="connsiteY6" fmla="*/ 647700 h 1981200"/>
              <a:gd name="connsiteX7" fmla="*/ 1453515 w 1595754"/>
              <a:gd name="connsiteY7" fmla="*/ 1451610 h 1981200"/>
              <a:gd name="connsiteX8" fmla="*/ 535305 w 1595754"/>
              <a:gd name="connsiteY8" fmla="*/ 1981200 h 1981200"/>
              <a:gd name="connsiteX9" fmla="*/ 535305 w 1595754"/>
              <a:gd name="connsiteY9" fmla="*/ 1981200 h 1981200"/>
            </a:gdLst>
            <a:ahLst/>
            <a:cxnLst/>
            <a:rect l="l" t="t" r="r" b="b"/>
            <a:pathLst>
              <a:path w="1595754" h="1981200">
                <a:moveTo>
                  <a:pt x="535305" y="1981200"/>
                </a:moveTo>
                <a:cubicBezTo>
                  <a:pt x="350520" y="1981200"/>
                  <a:pt x="167640" y="1931670"/>
                  <a:pt x="6668" y="1839277"/>
                </a:cubicBezTo>
                <a:cubicBezTo>
                  <a:pt x="4763" y="1838325"/>
                  <a:pt x="1905" y="1836420"/>
                  <a:pt x="0" y="1835468"/>
                </a:cubicBezTo>
                <a:cubicBezTo>
                  <a:pt x="305752" y="1619250"/>
                  <a:pt x="483870" y="1260158"/>
                  <a:pt x="471488" y="883920"/>
                </a:cubicBezTo>
                <a:cubicBezTo>
                  <a:pt x="802957" y="706755"/>
                  <a:pt x="1024890" y="372428"/>
                  <a:pt x="1059180" y="0"/>
                </a:cubicBezTo>
                <a:cubicBezTo>
                  <a:pt x="1061085" y="953"/>
                  <a:pt x="1063943" y="2858"/>
                  <a:pt x="1065847" y="3810"/>
                </a:cubicBezTo>
                <a:cubicBezTo>
                  <a:pt x="1310640" y="145733"/>
                  <a:pt x="1486852" y="374333"/>
                  <a:pt x="1559243" y="647700"/>
                </a:cubicBezTo>
                <a:cubicBezTo>
                  <a:pt x="1632585" y="921068"/>
                  <a:pt x="1594485" y="1206818"/>
                  <a:pt x="1453515" y="1451610"/>
                </a:cubicBezTo>
                <a:cubicBezTo>
                  <a:pt x="1265872" y="1777365"/>
                  <a:pt x="913447" y="1981200"/>
                  <a:pt x="535305" y="1981200"/>
                </a:cubicBezTo>
                <a:cubicBezTo>
                  <a:pt x="535305" y="1981200"/>
                  <a:pt x="535305" y="1981200"/>
                  <a:pt x="535305" y="1981200"/>
                </a:cubicBezTo>
                <a:close/>
              </a:path>
            </a:pathLst>
          </a:custGeom>
          <a:solidFill>
            <a:schemeClr val="accent2"/>
          </a:solidFill>
          <a:ln w="9525" cap="flat">
            <a:noFill/>
            <a:miter/>
          </a:ln>
        </p:spPr>
        <p:txBody>
          <a:bodyPr vert="horz" wrap="square" lIns="91440" tIns="45720" rIns="91440" bIns="45720" rtlCol="0" anchor="ctr"/>
          <a:p>
            <a:pPr algn="l">
              <a:lnSpc>
                <a:spcPct val="110000"/>
              </a:lnSpc>
            </a:pPr>
            <a:endParaRPr kumimoji="1" lang="zh-CN" altLang="en-US"/>
          </a:p>
        </p:txBody>
      </p:sp>
      <p:sp>
        <p:nvSpPr>
          <p:cNvPr id="17" name="标题 1"/>
          <p:cNvSpPr txBox="1"/>
          <p:nvPr/>
        </p:nvSpPr>
        <p:spPr>
          <a:xfrm>
            <a:off x="3996979" y="3555244"/>
            <a:ext cx="904476" cy="857457"/>
          </a:xfrm>
          <a:custGeom>
            <a:avLst/>
            <a:gdLst>
              <a:gd name="connsiteX0" fmla="*/ 467693 w 935404"/>
              <a:gd name="connsiteY0" fmla="*/ 886778 h 886777"/>
              <a:gd name="connsiteX1" fmla="*/ 15 w 935404"/>
              <a:gd name="connsiteY1" fmla="*/ 0 h 886777"/>
              <a:gd name="connsiteX2" fmla="*/ 467693 w 935404"/>
              <a:gd name="connsiteY2" fmla="*/ 101918 h 886777"/>
              <a:gd name="connsiteX3" fmla="*/ 935371 w 935404"/>
              <a:gd name="connsiteY3" fmla="*/ 0 h 886777"/>
              <a:gd name="connsiteX4" fmla="*/ 467693 w 935404"/>
              <a:gd name="connsiteY4" fmla="*/ 886778 h 886777"/>
            </a:gdLst>
            <a:ahLst/>
            <a:cxnLst/>
            <a:rect l="l" t="t" r="r" b="b"/>
            <a:pathLst>
              <a:path w="935404" h="886777">
                <a:moveTo>
                  <a:pt x="467693" y="886778"/>
                </a:moveTo>
                <a:cubicBezTo>
                  <a:pt x="173370" y="688657"/>
                  <a:pt x="-1890" y="354330"/>
                  <a:pt x="15" y="0"/>
                </a:cubicBezTo>
                <a:cubicBezTo>
                  <a:pt x="146700" y="67628"/>
                  <a:pt x="303863" y="101918"/>
                  <a:pt x="467693" y="101918"/>
                </a:cubicBezTo>
                <a:cubicBezTo>
                  <a:pt x="631523" y="101918"/>
                  <a:pt x="788685" y="67628"/>
                  <a:pt x="935371" y="0"/>
                </a:cubicBezTo>
                <a:cubicBezTo>
                  <a:pt x="938228" y="354330"/>
                  <a:pt x="762015" y="689610"/>
                  <a:pt x="467693" y="886778"/>
                </a:cubicBezTo>
                <a:close/>
              </a:path>
            </a:pathLst>
          </a:custGeom>
          <a:solidFill>
            <a:schemeClr val="accent3">
              <a:lumMod val="60000"/>
              <a:lumOff val="40000"/>
            </a:schemeClr>
          </a:solidFill>
          <a:ln w="9525" cap="flat">
            <a:noFill/>
            <a:miter/>
          </a:ln>
        </p:spPr>
        <p:txBody>
          <a:bodyPr vert="horz" wrap="square" lIns="91440" tIns="45720" rIns="91440" bIns="45720" rtlCol="0" anchor="ctr"/>
          <a:p>
            <a:pPr algn="l">
              <a:lnSpc>
                <a:spcPct val="110000"/>
              </a:lnSpc>
            </a:pPr>
            <a:endParaRPr kumimoji="1" lang="zh-CN" altLang="en-US"/>
          </a:p>
        </p:txBody>
      </p:sp>
      <p:sp>
        <p:nvSpPr>
          <p:cNvPr id="18" name="标题 1"/>
          <p:cNvSpPr txBox="1"/>
          <p:nvPr/>
        </p:nvSpPr>
        <p:spPr>
          <a:xfrm>
            <a:off x="3577029" y="2745841"/>
            <a:ext cx="487680" cy="337312"/>
          </a:xfrm>
          <a:prstGeom prst="rect">
            <a:avLst/>
          </a:prstGeom>
          <a:noFill/>
          <a:ln>
            <a:noFill/>
          </a:ln>
        </p:spPr>
        <p:txBody>
          <a:bodyPr vert="horz" wrap="square" lIns="91440" tIns="45720" rIns="91440" bIns="45720" rtlCol="0" anchor="t">
            <a:spAutoFit/>
          </a:bodyPr>
          <a:p>
            <a:pPr algn="ctr">
              <a:lnSpc>
                <a:spcPct val="110000"/>
              </a:lnSpc>
            </a:pPr>
            <a:r>
              <a:rPr kumimoji="1" lang="en-US" altLang="zh-CN" sz="2400">
                <a:ln w="12700">
                  <a:noFill/>
                </a:ln>
                <a:solidFill>
                  <a:srgbClr val="FFFFFF">
                    <a:alpha val="100000"/>
                  </a:srgbClr>
                </a:solidFill>
                <a:latin typeface="OPPOSans B" panose="00020600040101010101" charset="-122"/>
                <a:ea typeface="OPPOSans B" panose="00020600040101010101" charset="-122"/>
                <a:cs typeface="OPPOSans B" panose="00020600040101010101" charset="-122"/>
              </a:rPr>
              <a:t>01</a:t>
            </a:r>
            <a:endParaRPr kumimoji="1" lang="zh-CN" altLang="en-US"/>
          </a:p>
        </p:txBody>
      </p:sp>
      <p:sp>
        <p:nvSpPr>
          <p:cNvPr id="19" name="标题 1"/>
          <p:cNvSpPr txBox="1"/>
          <p:nvPr/>
        </p:nvSpPr>
        <p:spPr>
          <a:xfrm>
            <a:off x="4797009" y="2740761"/>
            <a:ext cx="528320" cy="337312"/>
          </a:xfrm>
          <a:prstGeom prst="rect">
            <a:avLst/>
          </a:prstGeom>
          <a:noFill/>
          <a:ln>
            <a:noFill/>
          </a:ln>
        </p:spPr>
        <p:txBody>
          <a:bodyPr vert="horz" wrap="square" lIns="91440" tIns="45720" rIns="91440" bIns="45720" rtlCol="0" anchor="t">
            <a:spAutoFit/>
          </a:bodyPr>
          <a:p>
            <a:pPr algn="ctr">
              <a:lnSpc>
                <a:spcPct val="110000"/>
              </a:lnSpc>
            </a:pPr>
            <a:r>
              <a:rPr kumimoji="1" lang="en-US" altLang="zh-CN" sz="2400">
                <a:ln w="12700">
                  <a:noFill/>
                </a:ln>
                <a:solidFill>
                  <a:srgbClr val="FFFFFF">
                    <a:alpha val="100000"/>
                  </a:srgbClr>
                </a:solidFill>
                <a:latin typeface="OPPOSans B" panose="00020600040101010101" charset="-122"/>
                <a:ea typeface="OPPOSans B" panose="00020600040101010101" charset="-122"/>
                <a:cs typeface="OPPOSans B" panose="00020600040101010101" charset="-122"/>
              </a:rPr>
              <a:t>02</a:t>
            </a:r>
            <a:endParaRPr kumimoji="1" lang="zh-CN" altLang="en-US"/>
          </a:p>
        </p:txBody>
      </p:sp>
      <p:sp>
        <p:nvSpPr>
          <p:cNvPr id="20" name="标题 1"/>
          <p:cNvSpPr txBox="1"/>
          <p:nvPr/>
        </p:nvSpPr>
        <p:spPr>
          <a:xfrm>
            <a:off x="4183886" y="3713627"/>
            <a:ext cx="528320" cy="337312"/>
          </a:xfrm>
          <a:prstGeom prst="rect">
            <a:avLst/>
          </a:prstGeom>
          <a:noFill/>
          <a:ln>
            <a:noFill/>
          </a:ln>
        </p:spPr>
        <p:txBody>
          <a:bodyPr vert="horz" wrap="square" lIns="91440" tIns="45720" rIns="91440" bIns="45720" rtlCol="0" anchor="t">
            <a:spAutoFit/>
          </a:bodyPr>
          <a:p>
            <a:pPr algn="ctr">
              <a:lnSpc>
                <a:spcPct val="110000"/>
              </a:lnSpc>
            </a:pPr>
            <a:r>
              <a:rPr kumimoji="1" lang="en-US" altLang="zh-CN" sz="2400">
                <a:ln w="12700">
                  <a:noFill/>
                </a:ln>
                <a:solidFill>
                  <a:srgbClr val="FFFFFF">
                    <a:alpha val="100000"/>
                  </a:srgbClr>
                </a:solidFill>
                <a:latin typeface="OPPOSans B" panose="00020600040101010101" charset="-122"/>
                <a:ea typeface="OPPOSans B" panose="00020600040101010101" charset="-122"/>
                <a:cs typeface="OPPOSans B" panose="00020600040101010101" charset="-122"/>
              </a:rPr>
              <a:t>03</a:t>
            </a:r>
            <a:endParaRPr kumimoji="1" lang="zh-CN" altLang="en-US"/>
          </a:p>
        </p:txBody>
      </p:sp>
      <p:sp>
        <p:nvSpPr>
          <p:cNvPr id="21" name="标题 1"/>
          <p:cNvSpPr txBox="1"/>
          <p:nvPr/>
        </p:nvSpPr>
        <p:spPr>
          <a:xfrm>
            <a:off x="5220825" y="3633527"/>
            <a:ext cx="410490" cy="410490"/>
          </a:xfrm>
          <a:custGeom>
            <a:avLst/>
            <a:gdLst>
              <a:gd name="connsiteX0" fmla="*/ 457070 w 720001"/>
              <a:gd name="connsiteY0" fmla="*/ 57166 h 720001"/>
              <a:gd name="connsiteX1" fmla="*/ 457070 w 720001"/>
              <a:gd name="connsiteY1" fmla="*/ 263017 h 720001"/>
              <a:gd name="connsiteX2" fmla="*/ 662921 w 720001"/>
              <a:gd name="connsiteY2" fmla="*/ 263017 h 720001"/>
              <a:gd name="connsiteX3" fmla="*/ 647393 w 720001"/>
              <a:gd name="connsiteY3" fmla="*/ 212704 h 720001"/>
              <a:gd name="connsiteX4" fmla="*/ 591008 w 720001"/>
              <a:gd name="connsiteY4" fmla="*/ 129080 h 720001"/>
              <a:gd name="connsiteX5" fmla="*/ 507383 w 720001"/>
              <a:gd name="connsiteY5" fmla="*/ 72694 h 720001"/>
              <a:gd name="connsiteX6" fmla="*/ 457070 w 720001"/>
              <a:gd name="connsiteY6" fmla="*/ 57166 h 720001"/>
              <a:gd name="connsiteX7" fmla="*/ 405022 w 720001"/>
              <a:gd name="connsiteY7" fmla="*/ 0 h 720001"/>
              <a:gd name="connsiteX8" fmla="*/ 720001 w 720001"/>
              <a:gd name="connsiteY8" fmla="*/ 314979 h 720001"/>
              <a:gd name="connsiteX9" fmla="*/ 405022 w 720001"/>
              <a:gd name="connsiteY9" fmla="*/ 314979 h 720001"/>
              <a:gd name="connsiteX10" fmla="*/ 360000 w 720001"/>
              <a:gd name="connsiteY10" fmla="*/ 0 h 720001"/>
              <a:gd name="connsiteX11" fmla="*/ 360000 w 720001"/>
              <a:gd name="connsiteY11" fmla="*/ 360000 h 720001"/>
              <a:gd name="connsiteX12" fmla="*/ 720000 w 720001"/>
              <a:gd name="connsiteY12" fmla="*/ 360000 h 720001"/>
              <a:gd name="connsiteX13" fmla="*/ 360000 w 720001"/>
              <a:gd name="connsiteY13" fmla="*/ 720001 h 720001"/>
              <a:gd name="connsiteX14" fmla="*/ 0 w 720001"/>
              <a:gd name="connsiteY14" fmla="*/ 360000 h 720001"/>
              <a:gd name="connsiteX15" fmla="*/ 360000 w 720001"/>
              <a:gd name="connsiteY15" fmla="*/ 0 h 720001"/>
            </a:gdLst>
            <a:ahLst/>
            <a:cxnLst/>
            <a:rect l="l" t="t" r="r" b="b"/>
            <a:pathLst>
              <a:path w="720001" h="720001">
                <a:moveTo>
                  <a:pt x="457070" y="57166"/>
                </a:moveTo>
                <a:lnTo>
                  <a:pt x="457070" y="263017"/>
                </a:lnTo>
                <a:lnTo>
                  <a:pt x="662921" y="263017"/>
                </a:lnTo>
                <a:cubicBezTo>
                  <a:pt x="659451" y="245755"/>
                  <a:pt x="654246" y="229012"/>
                  <a:pt x="647393" y="212704"/>
                </a:cubicBezTo>
                <a:cubicBezTo>
                  <a:pt x="634121" y="181388"/>
                  <a:pt x="615210" y="153282"/>
                  <a:pt x="591008" y="129080"/>
                </a:cubicBezTo>
                <a:cubicBezTo>
                  <a:pt x="566806" y="104878"/>
                  <a:pt x="538699" y="85967"/>
                  <a:pt x="507383" y="72694"/>
                </a:cubicBezTo>
                <a:cubicBezTo>
                  <a:pt x="491075" y="65755"/>
                  <a:pt x="474246" y="60637"/>
                  <a:pt x="457070" y="57166"/>
                </a:cubicBezTo>
                <a:close/>
                <a:moveTo>
                  <a:pt x="405022" y="0"/>
                </a:moveTo>
                <a:cubicBezTo>
                  <a:pt x="578950" y="0"/>
                  <a:pt x="720001" y="141051"/>
                  <a:pt x="720001" y="314979"/>
                </a:cubicBezTo>
                <a:lnTo>
                  <a:pt x="405022" y="314979"/>
                </a:lnTo>
                <a:close/>
                <a:moveTo>
                  <a:pt x="360000" y="0"/>
                </a:moveTo>
                <a:lnTo>
                  <a:pt x="360000" y="360000"/>
                </a:lnTo>
                <a:lnTo>
                  <a:pt x="720000" y="360000"/>
                </a:lnTo>
                <a:cubicBezTo>
                  <a:pt x="720000" y="558825"/>
                  <a:pt x="558824" y="720001"/>
                  <a:pt x="360000" y="720001"/>
                </a:cubicBezTo>
                <a:cubicBezTo>
                  <a:pt x="161176" y="720001"/>
                  <a:pt x="0" y="558825"/>
                  <a:pt x="0" y="360000"/>
                </a:cubicBezTo>
                <a:cubicBezTo>
                  <a:pt x="0" y="161176"/>
                  <a:pt x="161176" y="0"/>
                  <a:pt x="360000" y="0"/>
                </a:cubicBezTo>
                <a:close/>
              </a:path>
            </a:pathLst>
          </a:custGeom>
          <a:solidFill>
            <a:srgbClr val="FFFFFF">
              <a:alpha val="100000"/>
            </a:srgbClr>
          </a:solidFill>
          <a:ln w="9525" cap="flat">
            <a:noFill/>
            <a:miter/>
          </a:ln>
        </p:spPr>
        <p:txBody>
          <a:bodyPr vert="horz" wrap="square" lIns="91440" tIns="45720" rIns="91440" bIns="45720" rtlCol="0" anchor="ctr"/>
          <a:p>
            <a:pPr algn="l">
              <a:lnSpc>
                <a:spcPct val="110000"/>
              </a:lnSpc>
            </a:pPr>
            <a:endParaRPr kumimoji="1" lang="zh-CN" altLang="en-US"/>
          </a:p>
        </p:txBody>
      </p:sp>
      <p:sp>
        <p:nvSpPr>
          <p:cNvPr id="22" name="标题 1"/>
          <p:cNvSpPr txBox="1"/>
          <p:nvPr/>
        </p:nvSpPr>
        <p:spPr>
          <a:xfrm>
            <a:off x="3206864" y="3555422"/>
            <a:ext cx="468870" cy="410490"/>
          </a:xfrm>
          <a:custGeom>
            <a:avLst/>
            <a:gdLst>
              <a:gd name="connsiteX0" fmla="*/ 411293 w 822401"/>
              <a:gd name="connsiteY0" fmla="*/ 234366 h 720000"/>
              <a:gd name="connsiteX1" fmla="*/ 536928 w 822401"/>
              <a:gd name="connsiteY1" fmla="*/ 360000 h 720000"/>
              <a:gd name="connsiteX2" fmla="*/ 411293 w 822401"/>
              <a:gd name="connsiteY2" fmla="*/ 485635 h 720000"/>
              <a:gd name="connsiteX3" fmla="*/ 285659 w 822401"/>
              <a:gd name="connsiteY3" fmla="*/ 360000 h 720000"/>
              <a:gd name="connsiteX4" fmla="*/ 411293 w 822401"/>
              <a:gd name="connsiteY4" fmla="*/ 234366 h 720000"/>
              <a:gd name="connsiteX5" fmla="*/ 411293 w 822401"/>
              <a:gd name="connsiteY5" fmla="*/ 178938 h 720000"/>
              <a:gd name="connsiteX6" fmla="*/ 230231 w 822401"/>
              <a:gd name="connsiteY6" fmla="*/ 360000 h 720000"/>
              <a:gd name="connsiteX7" fmla="*/ 411293 w 822401"/>
              <a:gd name="connsiteY7" fmla="*/ 541063 h 720000"/>
              <a:gd name="connsiteX8" fmla="*/ 592355 w 822401"/>
              <a:gd name="connsiteY8" fmla="*/ 360000 h 720000"/>
              <a:gd name="connsiteX9" fmla="*/ 411293 w 822401"/>
              <a:gd name="connsiteY9" fmla="*/ 178938 h 720000"/>
              <a:gd name="connsiteX10" fmla="*/ 219884 w 822401"/>
              <a:gd name="connsiteY10" fmla="*/ 0 h 720000"/>
              <a:gd name="connsiteX11" fmla="*/ 602517 w 822401"/>
              <a:gd name="connsiteY11" fmla="*/ 0 h 720000"/>
              <a:gd name="connsiteX12" fmla="*/ 627275 w 822401"/>
              <a:gd name="connsiteY12" fmla="*/ 14319 h 720000"/>
              <a:gd name="connsiteX13" fmla="*/ 818591 w 822401"/>
              <a:gd name="connsiteY13" fmla="*/ 345682 h 720000"/>
              <a:gd name="connsiteX14" fmla="*/ 818591 w 822401"/>
              <a:gd name="connsiteY14" fmla="*/ 374319 h 720000"/>
              <a:gd name="connsiteX15" fmla="*/ 627367 w 822401"/>
              <a:gd name="connsiteY15" fmla="*/ 705682 h 720000"/>
              <a:gd name="connsiteX16" fmla="*/ 602609 w 822401"/>
              <a:gd name="connsiteY16" fmla="*/ 720000 h 720000"/>
              <a:gd name="connsiteX17" fmla="*/ 219977 w 822401"/>
              <a:gd name="connsiteY17" fmla="*/ 720000 h 720000"/>
              <a:gd name="connsiteX18" fmla="*/ 195219 w 822401"/>
              <a:gd name="connsiteY18" fmla="*/ 705682 h 720000"/>
              <a:gd name="connsiteX19" fmla="*/ 3811 w 822401"/>
              <a:gd name="connsiteY19" fmla="*/ 374319 h 720000"/>
              <a:gd name="connsiteX20" fmla="*/ 3811 w 822401"/>
              <a:gd name="connsiteY20" fmla="*/ 345682 h 720000"/>
              <a:gd name="connsiteX21" fmla="*/ 195127 w 822401"/>
              <a:gd name="connsiteY21" fmla="*/ 14319 h 720000"/>
              <a:gd name="connsiteX22" fmla="*/ 219884 w 822401"/>
              <a:gd name="connsiteY22" fmla="*/ 0 h 720000"/>
            </a:gdLst>
            <a:ahLst/>
            <a:cxnLst/>
            <a:rect l="l" t="t" r="r" b="b"/>
            <a:pathLst>
              <a:path w="822401" h="720000">
                <a:moveTo>
                  <a:pt x="411293" y="234366"/>
                </a:moveTo>
                <a:cubicBezTo>
                  <a:pt x="480577" y="234366"/>
                  <a:pt x="536928" y="290716"/>
                  <a:pt x="536928" y="360000"/>
                </a:cubicBezTo>
                <a:cubicBezTo>
                  <a:pt x="536928" y="429284"/>
                  <a:pt x="480577" y="485635"/>
                  <a:pt x="411293" y="485635"/>
                </a:cubicBezTo>
                <a:cubicBezTo>
                  <a:pt x="342009" y="485635"/>
                  <a:pt x="285659" y="429284"/>
                  <a:pt x="285659" y="360000"/>
                </a:cubicBezTo>
                <a:cubicBezTo>
                  <a:pt x="285659" y="290716"/>
                  <a:pt x="342009" y="234366"/>
                  <a:pt x="411293" y="234366"/>
                </a:cubicBezTo>
                <a:close/>
                <a:moveTo>
                  <a:pt x="411293" y="178938"/>
                </a:moveTo>
                <a:cubicBezTo>
                  <a:pt x="311432" y="178938"/>
                  <a:pt x="230231" y="260139"/>
                  <a:pt x="230231" y="360000"/>
                </a:cubicBezTo>
                <a:cubicBezTo>
                  <a:pt x="230231" y="459862"/>
                  <a:pt x="311432" y="541063"/>
                  <a:pt x="411293" y="541063"/>
                </a:cubicBezTo>
                <a:cubicBezTo>
                  <a:pt x="511154" y="541063"/>
                  <a:pt x="592355" y="459862"/>
                  <a:pt x="592355" y="360000"/>
                </a:cubicBezTo>
                <a:cubicBezTo>
                  <a:pt x="592355" y="260139"/>
                  <a:pt x="511154" y="178938"/>
                  <a:pt x="411293" y="178938"/>
                </a:cubicBezTo>
                <a:close/>
                <a:moveTo>
                  <a:pt x="219884" y="0"/>
                </a:moveTo>
                <a:lnTo>
                  <a:pt x="602517" y="0"/>
                </a:lnTo>
                <a:cubicBezTo>
                  <a:pt x="612679" y="0"/>
                  <a:pt x="622194" y="5451"/>
                  <a:pt x="627275" y="14319"/>
                </a:cubicBezTo>
                <a:lnTo>
                  <a:pt x="818591" y="345682"/>
                </a:lnTo>
                <a:cubicBezTo>
                  <a:pt x="823672" y="354550"/>
                  <a:pt x="823672" y="365451"/>
                  <a:pt x="818591" y="374319"/>
                </a:cubicBezTo>
                <a:lnTo>
                  <a:pt x="627367" y="705682"/>
                </a:lnTo>
                <a:cubicBezTo>
                  <a:pt x="622286" y="714550"/>
                  <a:pt x="612771" y="720000"/>
                  <a:pt x="602609" y="720000"/>
                </a:cubicBezTo>
                <a:lnTo>
                  <a:pt x="219977" y="720000"/>
                </a:lnTo>
                <a:cubicBezTo>
                  <a:pt x="209815" y="720000"/>
                  <a:pt x="200300" y="714550"/>
                  <a:pt x="195219" y="705682"/>
                </a:cubicBezTo>
                <a:lnTo>
                  <a:pt x="3811" y="374319"/>
                </a:lnTo>
                <a:cubicBezTo>
                  <a:pt x="-1270" y="365543"/>
                  <a:pt x="-1270" y="354550"/>
                  <a:pt x="3811" y="345682"/>
                </a:cubicBezTo>
                <a:lnTo>
                  <a:pt x="195127" y="14319"/>
                </a:lnTo>
                <a:cubicBezTo>
                  <a:pt x="200208" y="5451"/>
                  <a:pt x="209723" y="0"/>
                  <a:pt x="219884" y="0"/>
                </a:cubicBezTo>
                <a:close/>
              </a:path>
            </a:pathLst>
          </a:custGeom>
          <a:solidFill>
            <a:srgbClr val="FFFFFF">
              <a:alpha val="100000"/>
            </a:srgbClr>
          </a:solidFill>
          <a:ln w="9525" cap="flat">
            <a:noFill/>
            <a:miter/>
          </a:ln>
        </p:spPr>
        <p:txBody>
          <a:bodyPr vert="horz" wrap="square" lIns="91440" tIns="45720" rIns="91440" bIns="45720" rtlCol="0" anchor="ctr"/>
          <a:p>
            <a:pPr algn="l">
              <a:lnSpc>
                <a:spcPct val="110000"/>
              </a:lnSpc>
            </a:pPr>
            <a:endParaRPr kumimoji="1" lang="zh-CN" altLang="en-US"/>
          </a:p>
        </p:txBody>
      </p:sp>
      <p:sp>
        <p:nvSpPr>
          <p:cNvPr id="23" name="标题 1"/>
          <p:cNvSpPr txBox="1"/>
          <p:nvPr/>
        </p:nvSpPr>
        <p:spPr>
          <a:xfrm>
            <a:off x="4189079" y="1993083"/>
            <a:ext cx="410490" cy="410490"/>
          </a:xfrm>
          <a:custGeom>
            <a:avLst/>
            <a:gdLst>
              <a:gd name="connsiteX0" fmla="*/ 438553 w 720000"/>
              <a:gd name="connsiteY0" fmla="*/ 189601 h 720000"/>
              <a:gd name="connsiteX1" fmla="*/ 503636 w 720000"/>
              <a:gd name="connsiteY1" fmla="*/ 216365 h 720000"/>
              <a:gd name="connsiteX2" fmla="*/ 503636 w 720000"/>
              <a:gd name="connsiteY2" fmla="*/ 346445 h 720000"/>
              <a:gd name="connsiteX3" fmla="*/ 362260 w 720000"/>
              <a:gd name="connsiteY3" fmla="*/ 487907 h 720000"/>
              <a:gd name="connsiteX4" fmla="*/ 191861 w 720000"/>
              <a:gd name="connsiteY4" fmla="*/ 528226 h 720000"/>
              <a:gd name="connsiteX5" fmla="*/ 232180 w 720000"/>
              <a:gd name="connsiteY5" fmla="*/ 357827 h 720000"/>
              <a:gd name="connsiteX6" fmla="*/ 373556 w 720000"/>
              <a:gd name="connsiteY6" fmla="*/ 216452 h 720000"/>
              <a:gd name="connsiteX7" fmla="*/ 438553 w 720000"/>
              <a:gd name="connsiteY7" fmla="*/ 189601 h 720000"/>
              <a:gd name="connsiteX8" fmla="*/ 438553 w 720000"/>
              <a:gd name="connsiteY8" fmla="*/ 141636 h 720000"/>
              <a:gd name="connsiteX9" fmla="*/ 339581 w 720000"/>
              <a:gd name="connsiteY9" fmla="*/ 182476 h 720000"/>
              <a:gd name="connsiteX10" fmla="*/ 198205 w 720000"/>
              <a:gd name="connsiteY10" fmla="*/ 323852 h 720000"/>
              <a:gd name="connsiteX11" fmla="*/ 141637 w 720000"/>
              <a:gd name="connsiteY11" fmla="*/ 578364 h 720000"/>
              <a:gd name="connsiteX12" fmla="*/ 396149 w 720000"/>
              <a:gd name="connsiteY12" fmla="*/ 521796 h 720000"/>
              <a:gd name="connsiteX13" fmla="*/ 537524 w 720000"/>
              <a:gd name="connsiteY13" fmla="*/ 380420 h 720000"/>
              <a:gd name="connsiteX14" fmla="*/ 537524 w 720000"/>
              <a:gd name="connsiteY14" fmla="*/ 182476 h 720000"/>
              <a:gd name="connsiteX15" fmla="*/ 438553 w 720000"/>
              <a:gd name="connsiteY15" fmla="*/ 141636 h 720000"/>
              <a:gd name="connsiteX16" fmla="*/ 120000 w 720000"/>
              <a:gd name="connsiteY16" fmla="*/ 0 h 720000"/>
              <a:gd name="connsiteX17" fmla="*/ 600000 w 720000"/>
              <a:gd name="connsiteY17" fmla="*/ 0 h 720000"/>
              <a:gd name="connsiteX18" fmla="*/ 720000 w 720000"/>
              <a:gd name="connsiteY18" fmla="*/ 120000 h 720000"/>
              <a:gd name="connsiteX19" fmla="*/ 720000 w 720000"/>
              <a:gd name="connsiteY19" fmla="*/ 600000 h 720000"/>
              <a:gd name="connsiteX20" fmla="*/ 600000 w 720000"/>
              <a:gd name="connsiteY20" fmla="*/ 720000 h 720000"/>
              <a:gd name="connsiteX21" fmla="*/ 120000 w 720000"/>
              <a:gd name="connsiteY21" fmla="*/ 720000 h 720000"/>
              <a:gd name="connsiteX22" fmla="*/ 0 w 720000"/>
              <a:gd name="connsiteY22" fmla="*/ 600000 h 720000"/>
              <a:gd name="connsiteX23" fmla="*/ 0 w 720000"/>
              <a:gd name="connsiteY23" fmla="*/ 120000 h 720000"/>
              <a:gd name="connsiteX24" fmla="*/ 120000 w 720000"/>
              <a:gd name="connsiteY24" fmla="*/ 0 h 720000"/>
            </a:gdLst>
            <a:ahLst/>
            <a:cxnLst/>
            <a:rect l="l" t="t" r="r" b="b"/>
            <a:pathLst>
              <a:path w="720000" h="720000">
                <a:moveTo>
                  <a:pt x="438553" y="189601"/>
                </a:moveTo>
                <a:cubicBezTo>
                  <a:pt x="463230" y="189601"/>
                  <a:pt x="486344" y="199073"/>
                  <a:pt x="503636" y="216365"/>
                </a:cubicBezTo>
                <a:cubicBezTo>
                  <a:pt x="539523" y="252252"/>
                  <a:pt x="539523" y="310557"/>
                  <a:pt x="503636" y="346445"/>
                </a:cubicBezTo>
                <a:lnTo>
                  <a:pt x="362260" y="487907"/>
                </a:lnTo>
                <a:cubicBezTo>
                  <a:pt x="342622" y="507545"/>
                  <a:pt x="266503" y="522665"/>
                  <a:pt x="191861" y="528226"/>
                </a:cubicBezTo>
                <a:cubicBezTo>
                  <a:pt x="197336" y="453584"/>
                  <a:pt x="212456" y="377465"/>
                  <a:pt x="232180" y="357827"/>
                </a:cubicBezTo>
                <a:lnTo>
                  <a:pt x="373556" y="216452"/>
                </a:lnTo>
                <a:cubicBezTo>
                  <a:pt x="390761" y="199073"/>
                  <a:pt x="413875" y="189601"/>
                  <a:pt x="438553" y="189601"/>
                </a:cubicBezTo>
                <a:close/>
                <a:moveTo>
                  <a:pt x="438553" y="141636"/>
                </a:moveTo>
                <a:cubicBezTo>
                  <a:pt x="402666" y="141636"/>
                  <a:pt x="366778" y="155278"/>
                  <a:pt x="339581" y="182476"/>
                </a:cubicBezTo>
                <a:lnTo>
                  <a:pt x="198205" y="323852"/>
                </a:lnTo>
                <a:cubicBezTo>
                  <a:pt x="143723" y="378335"/>
                  <a:pt x="141637" y="578364"/>
                  <a:pt x="141637" y="578364"/>
                </a:cubicBezTo>
                <a:cubicBezTo>
                  <a:pt x="141637" y="578364"/>
                  <a:pt x="341753" y="576278"/>
                  <a:pt x="396149" y="521796"/>
                </a:cubicBezTo>
                <a:lnTo>
                  <a:pt x="537524" y="380420"/>
                </a:lnTo>
                <a:cubicBezTo>
                  <a:pt x="592007" y="325938"/>
                  <a:pt x="592007" y="236872"/>
                  <a:pt x="537524" y="182476"/>
                </a:cubicBezTo>
                <a:cubicBezTo>
                  <a:pt x="510327" y="155191"/>
                  <a:pt x="474440" y="141636"/>
                  <a:pt x="438553" y="141636"/>
                </a:cubicBezTo>
                <a:close/>
                <a:moveTo>
                  <a:pt x="120000" y="0"/>
                </a:moveTo>
                <a:lnTo>
                  <a:pt x="600000" y="0"/>
                </a:lnTo>
                <a:cubicBezTo>
                  <a:pt x="666040" y="0"/>
                  <a:pt x="720000" y="54048"/>
                  <a:pt x="720000" y="120000"/>
                </a:cubicBezTo>
                <a:lnTo>
                  <a:pt x="720000" y="600000"/>
                </a:lnTo>
                <a:cubicBezTo>
                  <a:pt x="720000" y="666039"/>
                  <a:pt x="666040" y="720000"/>
                  <a:pt x="600000" y="720000"/>
                </a:cubicBezTo>
                <a:lnTo>
                  <a:pt x="120000" y="720000"/>
                </a:lnTo>
                <a:cubicBezTo>
                  <a:pt x="53961" y="720000"/>
                  <a:pt x="0" y="666039"/>
                  <a:pt x="0" y="600000"/>
                </a:cubicBezTo>
                <a:lnTo>
                  <a:pt x="0" y="120000"/>
                </a:lnTo>
                <a:cubicBezTo>
                  <a:pt x="0" y="53961"/>
                  <a:pt x="53961" y="0"/>
                  <a:pt x="120000" y="0"/>
                </a:cubicBezTo>
                <a:close/>
              </a:path>
            </a:pathLst>
          </a:custGeom>
          <a:solidFill>
            <a:srgbClr val="FFFFFF">
              <a:alpha val="100000"/>
            </a:srgbClr>
          </a:solidFill>
          <a:ln w="9525" cap="flat">
            <a:noFill/>
            <a:miter/>
          </a:ln>
        </p:spPr>
        <p:txBody>
          <a:bodyPr vert="horz" wrap="square" lIns="91440" tIns="45720" rIns="91440" bIns="45720" rtlCol="0" anchor="ctr"/>
          <a:p>
            <a:pPr algn="l">
              <a:lnSpc>
                <a:spcPct val="110000"/>
              </a:lnSpc>
            </a:pPr>
            <a:endParaRPr kumimoji="1" lang="zh-CN" altLang="en-US"/>
          </a:p>
        </p:txBody>
      </p:sp>
      <p:sp>
        <p:nvSpPr>
          <p:cNvPr id="24" name="标题 1"/>
          <p:cNvSpPr txBox="1"/>
          <p:nvPr/>
        </p:nvSpPr>
        <p:spPr>
          <a:xfrm>
            <a:off x="3676015" y="337185"/>
            <a:ext cx="1497965" cy="375285"/>
          </a:xfrm>
          <a:prstGeom prst="rect">
            <a:avLst/>
          </a:prstGeom>
          <a:noFill/>
          <a:ln cap="sq">
            <a:noFill/>
          </a:ln>
          <a:effectLst/>
        </p:spPr>
        <p:txBody>
          <a:bodyPr vert="horz" wrap="square" lIns="64008" tIns="32004" rIns="64008" bIns="32004" rtlCol="0" anchor="ctr"/>
          <a:p>
            <a:pPr algn="ctr">
              <a:lnSpc>
                <a:spcPct val="110000"/>
              </a:lnSpc>
            </a:pPr>
            <a:r>
              <a:rPr kumimoji="1" lang="en-US" altLang="zh-CN" sz="1600">
                <a:ln w="12700">
                  <a:noFill/>
                </a:ln>
                <a:solidFill>
                  <a:srgbClr val="404040">
                    <a:alpha val="100000"/>
                  </a:srgbClr>
                </a:solidFill>
                <a:latin typeface="Source Han Sans CN Bold" panose="020B0800000000000000" charset="-122"/>
                <a:ea typeface="Source Han Sans CN Bold" panose="020B0800000000000000" charset="-122"/>
                <a:cs typeface="Source Han Sans CN Bold" panose="020B0800000000000000" charset="-122"/>
              </a:rPr>
              <a:t>系统功能实现</a:t>
            </a:r>
            <a:endParaRPr kumimoji="1" lang="zh-CN" altLang="en-US"/>
          </a:p>
        </p:txBody>
      </p:sp>
      <p:sp>
        <p:nvSpPr>
          <p:cNvPr id="25" name="标题 1"/>
          <p:cNvSpPr txBox="1"/>
          <p:nvPr/>
        </p:nvSpPr>
        <p:spPr>
          <a:xfrm>
            <a:off x="2990850" y="656590"/>
            <a:ext cx="3161665" cy="785495"/>
          </a:xfrm>
          <a:prstGeom prst="rect">
            <a:avLst/>
          </a:prstGeom>
          <a:noFill/>
          <a:ln cap="sq">
            <a:noFill/>
          </a:ln>
        </p:spPr>
        <p:txBody>
          <a:bodyPr vert="horz" wrap="square" lIns="38102" tIns="38102" rIns="38102" bIns="38102" rtlCol="0" anchor="t"/>
          <a:p>
            <a:pPr algn="ctr">
              <a:lnSpc>
                <a:spcPct val="150000"/>
              </a:lnSpc>
            </a:pPr>
            <a:r>
              <a:rPr kumimoji="1" lang="en-US" altLang="zh-CN" sz="1000">
                <a:ln w="12700">
                  <a:noFill/>
                </a:ln>
                <a:solidFill>
                  <a:srgbClr val="404040">
                    <a:alpha val="100000"/>
                  </a:srgbClr>
                </a:solidFill>
                <a:latin typeface="宋体" panose="02010600030101010101" pitchFamily="2" charset="-122"/>
                <a:ea typeface="宋体" panose="02010600030101010101" pitchFamily="2" charset="-122"/>
                <a:cs typeface="Source Han Sans" panose="020B0400000000000000" charset="-122"/>
              </a:rPr>
              <a:t>本系统成功整合了康养机构的核心业务管理功能，包括客户信息管理、护理计划、健康档案、膳食计划、排班、预约、通知等七大模块，满足了管理员、员工和客户的不同需求，提高了康养服务的效率和质量。</a:t>
            </a:r>
            <a:endParaRPr kumimoji="1" lang="zh-CN" altLang="en-US" sz="1000">
              <a:latin typeface="宋体" panose="02010600030101010101" pitchFamily="2" charset="-122"/>
              <a:ea typeface="宋体" panose="02010600030101010101" pitchFamily="2" charset="-122"/>
            </a:endParaRPr>
          </a:p>
        </p:txBody>
      </p:sp>
      <p:sp>
        <p:nvSpPr>
          <p:cNvPr id="26" name="标题 1"/>
          <p:cNvSpPr txBox="1"/>
          <p:nvPr/>
        </p:nvSpPr>
        <p:spPr>
          <a:xfrm>
            <a:off x="6152808" y="2970321"/>
            <a:ext cx="2260759" cy="375026"/>
          </a:xfrm>
          <a:prstGeom prst="rect">
            <a:avLst/>
          </a:prstGeom>
          <a:noFill/>
          <a:ln cap="sq">
            <a:noFill/>
          </a:ln>
          <a:effectLst/>
        </p:spPr>
        <p:txBody>
          <a:bodyPr vert="horz" wrap="square" lIns="64008" tIns="32004" rIns="64008" bIns="32004" rtlCol="0" anchor="ctr"/>
          <a:p>
            <a:pPr algn="l">
              <a:lnSpc>
                <a:spcPct val="110000"/>
              </a:lnSpc>
            </a:pPr>
            <a:r>
              <a:rPr kumimoji="1" lang="en-US" altLang="zh-CN" sz="1600">
                <a:ln w="12700">
                  <a:noFill/>
                </a:ln>
                <a:solidFill>
                  <a:srgbClr val="404040">
                    <a:alpha val="100000"/>
                  </a:srgbClr>
                </a:solidFill>
                <a:latin typeface="Source Han Sans CN Bold" panose="020B0800000000000000" charset="-122"/>
                <a:ea typeface="Source Han Sans CN Bold" panose="020B0800000000000000" charset="-122"/>
                <a:cs typeface="Source Han Sans CN Bold" panose="020B0800000000000000" charset="-122"/>
              </a:rPr>
              <a:t>技术创新与应用</a:t>
            </a:r>
            <a:endParaRPr kumimoji="1" lang="zh-CN" altLang="en-US"/>
          </a:p>
        </p:txBody>
      </p:sp>
      <p:sp>
        <p:nvSpPr>
          <p:cNvPr id="27" name="标题 1"/>
          <p:cNvSpPr txBox="1"/>
          <p:nvPr/>
        </p:nvSpPr>
        <p:spPr>
          <a:xfrm>
            <a:off x="6139815" y="3345815"/>
            <a:ext cx="2621280" cy="785495"/>
          </a:xfrm>
          <a:prstGeom prst="rect">
            <a:avLst/>
          </a:prstGeom>
          <a:noFill/>
          <a:ln cap="sq">
            <a:noFill/>
          </a:ln>
        </p:spPr>
        <p:txBody>
          <a:bodyPr vert="horz" wrap="square" lIns="38102" tIns="38102" rIns="38102" bIns="38102" rtlCol="0" anchor="t"/>
          <a:p>
            <a:pPr algn="l">
              <a:lnSpc>
                <a:spcPct val="150000"/>
              </a:lnSpc>
            </a:pPr>
            <a:r>
              <a:rPr kumimoji="1" lang="en-US" altLang="zh-CN" sz="1000">
                <a:ln w="12700">
                  <a:noFill/>
                </a:ln>
                <a:solidFill>
                  <a:srgbClr val="404040">
                    <a:alpha val="100000"/>
                  </a:srgbClr>
                </a:solidFill>
                <a:latin typeface="宋体" panose="02010600030101010101" pitchFamily="2" charset="-122"/>
                <a:ea typeface="宋体" panose="02010600030101010101" pitchFamily="2" charset="-122"/>
                <a:cs typeface="Source Han Sans" panose="020B0400000000000000" charset="-122"/>
              </a:rPr>
              <a:t>引入大语言模型和机器学习技术，实现了个性化饮食推荐、健康指标智能评估和代谢综合征预测等智能化服务，提升了康养服务的智能化水平，为健康管理提供了科学依据和决策支持。</a:t>
            </a:r>
            <a:endParaRPr kumimoji="1" lang="zh-CN" altLang="en-US" sz="1000">
              <a:latin typeface="宋体" panose="02010600030101010101" pitchFamily="2" charset="-122"/>
              <a:ea typeface="宋体" panose="02010600030101010101" pitchFamily="2" charset="-122"/>
            </a:endParaRPr>
          </a:p>
        </p:txBody>
      </p:sp>
      <p:sp>
        <p:nvSpPr>
          <p:cNvPr id="28" name="标题 1"/>
          <p:cNvSpPr txBox="1"/>
          <p:nvPr/>
        </p:nvSpPr>
        <p:spPr>
          <a:xfrm>
            <a:off x="1049020" y="2970530"/>
            <a:ext cx="1690370" cy="375285"/>
          </a:xfrm>
          <a:prstGeom prst="rect">
            <a:avLst/>
          </a:prstGeom>
          <a:noFill/>
          <a:ln cap="sq">
            <a:noFill/>
          </a:ln>
          <a:effectLst/>
        </p:spPr>
        <p:txBody>
          <a:bodyPr vert="horz" wrap="square" lIns="64008" tIns="32004" rIns="64008" bIns="32004" rtlCol="0" anchor="ctr"/>
          <a:p>
            <a:pPr algn="r">
              <a:lnSpc>
                <a:spcPct val="110000"/>
              </a:lnSpc>
            </a:pPr>
            <a:r>
              <a:rPr kumimoji="1" lang="en-US" altLang="zh-CN" sz="1600">
                <a:ln w="12700">
                  <a:noFill/>
                </a:ln>
                <a:solidFill>
                  <a:srgbClr val="404040">
                    <a:alpha val="100000"/>
                  </a:srgbClr>
                </a:solidFill>
                <a:latin typeface="Source Han Sans CN Bold" panose="020B0800000000000000" charset="-122"/>
                <a:ea typeface="Source Han Sans CN Bold" panose="020B0800000000000000" charset="-122"/>
                <a:cs typeface="Source Han Sans CN Bold" panose="020B0800000000000000" charset="-122"/>
              </a:rPr>
              <a:t>系统测试与评估</a:t>
            </a:r>
            <a:endParaRPr kumimoji="1" lang="zh-CN" altLang="en-US"/>
          </a:p>
        </p:txBody>
      </p:sp>
      <p:sp>
        <p:nvSpPr>
          <p:cNvPr id="29" name="标题 1"/>
          <p:cNvSpPr txBox="1"/>
          <p:nvPr/>
        </p:nvSpPr>
        <p:spPr>
          <a:xfrm>
            <a:off x="234950" y="3345815"/>
            <a:ext cx="2499360" cy="785495"/>
          </a:xfrm>
          <a:prstGeom prst="rect">
            <a:avLst/>
          </a:prstGeom>
          <a:noFill/>
          <a:ln cap="sq">
            <a:noFill/>
          </a:ln>
        </p:spPr>
        <p:txBody>
          <a:bodyPr vert="horz" wrap="square" lIns="38102" tIns="38102" rIns="38102" bIns="38102" rtlCol="0" anchor="t"/>
          <a:p>
            <a:pPr algn="r">
              <a:lnSpc>
                <a:spcPct val="150000"/>
              </a:lnSpc>
            </a:pPr>
            <a:r>
              <a:rPr kumimoji="1" lang="en-US" altLang="zh-CN" sz="1000">
                <a:ln w="12700">
                  <a:noFill/>
                </a:ln>
                <a:solidFill>
                  <a:srgbClr val="404040">
                    <a:alpha val="100000"/>
                  </a:srgbClr>
                </a:solidFill>
                <a:latin typeface="宋体" panose="02010600030101010101" pitchFamily="2" charset="-122"/>
                <a:ea typeface="宋体" panose="02010600030101010101" pitchFamily="2" charset="-122"/>
                <a:cs typeface="Source Han Sans" panose="020B0400000000000000" charset="-122"/>
              </a:rPr>
              <a:t>经过系统化的功能测试和性能测试，验证了系统的稳定性和可靠性，为系统的实际应用奠定了基础。测试过程中发现的问题也为后续的系统优化提供了方向。</a:t>
            </a:r>
            <a:endParaRPr kumimoji="1" lang="zh-CN" altLang="en-US" sz="1000">
              <a:latin typeface="宋体" panose="02010600030101010101" pitchFamily="2" charset="-122"/>
              <a:ea typeface="宋体" panose="02010600030101010101" pitchFamily="2" charset="-122"/>
            </a:endParaRPr>
          </a:p>
        </p:txBody>
      </p:sp>
      <p:cxnSp>
        <p:nvCxnSpPr>
          <p:cNvPr id="30" name="直接连接符 29"/>
          <p:cNvCxnSpPr/>
          <p:nvPr/>
        </p:nvCxnSpPr>
        <p:spPr>
          <a:xfrm>
            <a:off x="1005739" y="712522"/>
            <a:ext cx="275417"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spd="slow" p14:dur="1500"/>
    </mc:Choice>
    <mc:Fallback>
      <p:transition spd="slow"/>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4" name="图片 63"/>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8290290" y="64896"/>
            <a:ext cx="790862" cy="798578"/>
          </a:xfrm>
          <a:prstGeom prst="rect">
            <a:avLst/>
          </a:prstGeom>
        </p:spPr>
      </p:pic>
      <p:sp>
        <p:nvSpPr>
          <p:cNvPr id="2" name="文本框 1"/>
          <p:cNvSpPr txBox="1"/>
          <p:nvPr/>
        </p:nvSpPr>
        <p:spPr>
          <a:xfrm>
            <a:off x="344170" y="257810"/>
            <a:ext cx="1598295" cy="398780"/>
          </a:xfrm>
          <a:prstGeom prst="rect">
            <a:avLst/>
          </a:prstGeom>
          <a:noFill/>
        </p:spPr>
        <p:txBody>
          <a:bodyPr wrap="square">
            <a:spAutoFit/>
          </a:bodyPr>
          <a:lstStyle/>
          <a:p>
            <a:r>
              <a:rPr lang="zh-CN" altLang="en-US" sz="2000" b="1" dirty="0">
                <a:solidFill>
                  <a:srgbClr val="27506E"/>
                </a:solidFill>
                <a:latin typeface="宋体" panose="02010600030101010101" pitchFamily="2" charset="-122"/>
                <a:ea typeface="宋体" panose="02010600030101010101" pitchFamily="2" charset="-122"/>
              </a:rPr>
              <a:t>不足与</a:t>
            </a:r>
            <a:r>
              <a:rPr lang="zh-CN" altLang="en-US" sz="2000" b="1" dirty="0">
                <a:solidFill>
                  <a:srgbClr val="27506E"/>
                </a:solidFill>
                <a:latin typeface="宋体" panose="02010600030101010101" pitchFamily="2" charset="-122"/>
                <a:ea typeface="宋体" panose="02010600030101010101" pitchFamily="2" charset="-122"/>
              </a:rPr>
              <a:t>展望</a:t>
            </a:r>
            <a:endParaRPr lang="zh-CN" altLang="en-US" sz="2000" b="1" dirty="0">
              <a:solidFill>
                <a:srgbClr val="27506E"/>
              </a:solidFill>
              <a:latin typeface="宋体" panose="02010600030101010101" pitchFamily="2" charset="-122"/>
              <a:ea typeface="宋体" panose="02010600030101010101" pitchFamily="2" charset="-122"/>
            </a:endParaRPr>
          </a:p>
        </p:txBody>
      </p:sp>
      <p:cxnSp>
        <p:nvCxnSpPr>
          <p:cNvPr id="30" name="直接连接符 29"/>
          <p:cNvCxnSpPr/>
          <p:nvPr/>
        </p:nvCxnSpPr>
        <p:spPr>
          <a:xfrm>
            <a:off x="1005739" y="710617"/>
            <a:ext cx="275417"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53" name="标题 1"/>
          <p:cNvSpPr txBox="1"/>
          <p:nvPr/>
        </p:nvSpPr>
        <p:spPr>
          <a:xfrm>
            <a:off x="445440" y="832905"/>
            <a:ext cx="3616683" cy="283040"/>
          </a:xfrm>
          <a:prstGeom prst="roundRect">
            <a:avLst>
              <a:gd name="adj" fmla="val 50000"/>
            </a:avLst>
          </a:prstGeom>
          <a:noFill/>
          <a:ln w="12700" cap="sq">
            <a:solidFill>
              <a:schemeClr val="accent1"/>
            </a:solidFill>
            <a:miter/>
          </a:ln>
        </p:spPr>
        <p:txBody>
          <a:bodyPr vert="horz" wrap="square" lIns="91440" tIns="45720" rIns="91440" bIns="45720" rtlCol="0" anchor="ctr"/>
          <a:p>
            <a:pPr algn="ctr">
              <a:lnSpc>
                <a:spcPct val="110000"/>
              </a:lnSpc>
            </a:pPr>
            <a:endParaRPr kumimoji="1" lang="zh-CN" altLang="en-US"/>
          </a:p>
        </p:txBody>
      </p:sp>
      <p:sp>
        <p:nvSpPr>
          <p:cNvPr id="54" name="标题 1"/>
          <p:cNvSpPr txBox="1"/>
          <p:nvPr/>
        </p:nvSpPr>
        <p:spPr>
          <a:xfrm>
            <a:off x="387350" y="777875"/>
            <a:ext cx="360083" cy="360083"/>
          </a:xfrm>
          <a:prstGeom prst="ellipse">
            <a:avLst/>
          </a:prstGeom>
          <a:solidFill>
            <a:schemeClr val="accent1"/>
          </a:solidFill>
          <a:ln w="12700" cap="sq">
            <a:noFill/>
            <a:miter/>
          </a:ln>
        </p:spPr>
        <p:txBody>
          <a:bodyPr vert="horz" wrap="square" lIns="91440" tIns="45720" rIns="91440" bIns="45720" rtlCol="0" anchor="ctr"/>
          <a:p>
            <a:pPr algn="ctr">
              <a:lnSpc>
                <a:spcPct val="110000"/>
              </a:lnSpc>
            </a:pPr>
            <a:endParaRPr kumimoji="1" lang="zh-CN" altLang="en-US"/>
          </a:p>
        </p:txBody>
      </p:sp>
      <p:sp>
        <p:nvSpPr>
          <p:cNvPr id="55" name="标题 1"/>
          <p:cNvSpPr txBox="1"/>
          <p:nvPr/>
        </p:nvSpPr>
        <p:spPr>
          <a:xfrm>
            <a:off x="387350" y="1205477"/>
            <a:ext cx="3660902" cy="681786"/>
          </a:xfrm>
          <a:prstGeom prst="rect">
            <a:avLst/>
          </a:prstGeom>
          <a:noFill/>
          <a:ln>
            <a:noFill/>
          </a:ln>
        </p:spPr>
        <p:txBody>
          <a:bodyPr vert="horz" wrap="square" lIns="0" tIns="0" rIns="0" bIns="0" rtlCol="0" anchor="t"/>
          <a:p>
            <a:pPr algn="l">
              <a:lnSpc>
                <a:spcPct val="150000"/>
              </a:lnSpc>
            </a:pPr>
            <a:r>
              <a:rPr kumimoji="1" lang="en-US" altLang="zh-CN" sz="1000">
                <a:ln w="12700">
                  <a:noFill/>
                </a:ln>
                <a:solidFill>
                  <a:srgbClr val="404040">
                    <a:alpha val="100000"/>
                  </a:srgbClr>
                </a:solidFill>
                <a:latin typeface="Source Han Sans" panose="020B0400000000000000" charset="-122"/>
                <a:ea typeface="Source Han Sans" panose="020B0400000000000000" charset="-122"/>
                <a:cs typeface="Source Han Sans" panose="020B0400000000000000" charset="-122"/>
              </a:rPr>
              <a:t>当前代谢综合征预测模型基于公开数据集训练，对于真实康养中心客户数据的适应性和准确性有待进一步验证和优化。未来可收集内部脱敏数据，构建更贴合实际业务场景的预测模型，并拓展至其他老年常见疾病的风险预测。</a:t>
            </a:r>
            <a:endParaRPr kumimoji="1" lang="zh-CN" altLang="en-US" sz="1000"/>
          </a:p>
        </p:txBody>
      </p:sp>
      <p:sp>
        <p:nvSpPr>
          <p:cNvPr id="56" name="标题 1"/>
          <p:cNvSpPr txBox="1"/>
          <p:nvPr/>
        </p:nvSpPr>
        <p:spPr>
          <a:xfrm>
            <a:off x="437929" y="866608"/>
            <a:ext cx="289273" cy="235856"/>
          </a:xfrm>
          <a:prstGeom prst="rect">
            <a:avLst/>
          </a:prstGeom>
          <a:noFill/>
          <a:ln>
            <a:noFill/>
          </a:ln>
        </p:spPr>
        <p:txBody>
          <a:bodyPr vert="horz" wrap="square" lIns="0" tIns="0" rIns="0" bIns="0" rtlCol="0" anchor="ctr"/>
          <a:p>
            <a:pPr algn="ctr">
              <a:lnSpc>
                <a:spcPct val="100000"/>
              </a:lnSpc>
            </a:pPr>
            <a:r>
              <a:rPr kumimoji="1" lang="en-US" altLang="zh-CN" sz="2000">
                <a:ln w="12700">
                  <a:noFill/>
                </a:ln>
                <a:solidFill>
                  <a:srgbClr val="FFFFFF">
                    <a:alpha val="100000"/>
                  </a:srgbClr>
                </a:solidFill>
                <a:latin typeface="Source Han Sans" panose="020B0400000000000000" charset="-122"/>
                <a:ea typeface="Source Han Sans" panose="020B0400000000000000" charset="-122"/>
                <a:cs typeface="Source Han Sans" panose="020B0400000000000000" charset="-122"/>
              </a:rPr>
              <a:t>01</a:t>
            </a:r>
            <a:endParaRPr kumimoji="1" lang="zh-CN" altLang="en-US"/>
          </a:p>
        </p:txBody>
      </p:sp>
      <p:sp>
        <p:nvSpPr>
          <p:cNvPr id="57" name="标题 1"/>
          <p:cNvSpPr txBox="1"/>
          <p:nvPr/>
        </p:nvSpPr>
        <p:spPr>
          <a:xfrm>
            <a:off x="801090" y="853965"/>
            <a:ext cx="3109798" cy="207754"/>
          </a:xfrm>
          <a:prstGeom prst="rect">
            <a:avLst/>
          </a:prstGeom>
          <a:noFill/>
          <a:ln>
            <a:noFill/>
          </a:ln>
        </p:spPr>
        <p:txBody>
          <a:bodyPr vert="horz" wrap="square" lIns="0" tIns="0" rIns="0" bIns="0" rtlCol="0" anchor="ctr"/>
          <a:p>
            <a:pPr algn="l">
              <a:lnSpc>
                <a:spcPct val="150000"/>
              </a:lnSpc>
            </a:pPr>
            <a:r>
              <a:rPr kumimoji="1" lang="en-US" altLang="zh-CN" sz="1600">
                <a:ln w="12700">
                  <a:noFill/>
                </a:ln>
                <a:solidFill>
                  <a:srgbClr val="404040">
                    <a:alpha val="100000"/>
                  </a:srgbClr>
                </a:solidFill>
                <a:latin typeface="Source Han Sans CN Bold" panose="020B0800000000000000" charset="-122"/>
                <a:ea typeface="Source Han Sans CN Bold" panose="020B0800000000000000" charset="-122"/>
                <a:cs typeface="Source Han Sans CN Bold" panose="020B0800000000000000" charset="-122"/>
              </a:rPr>
              <a:t>数据来源与模型泛化能力</a:t>
            </a:r>
            <a:endParaRPr kumimoji="1" lang="zh-CN" altLang="en-US"/>
          </a:p>
        </p:txBody>
      </p:sp>
      <p:sp>
        <p:nvSpPr>
          <p:cNvPr id="58" name="标题 1"/>
          <p:cNvSpPr txBox="1"/>
          <p:nvPr/>
        </p:nvSpPr>
        <p:spPr>
          <a:xfrm>
            <a:off x="387655" y="2216819"/>
            <a:ext cx="3616683" cy="283040"/>
          </a:xfrm>
          <a:prstGeom prst="roundRect">
            <a:avLst>
              <a:gd name="adj" fmla="val 50000"/>
            </a:avLst>
          </a:prstGeom>
          <a:noFill/>
          <a:ln w="12700" cap="sq">
            <a:solidFill>
              <a:schemeClr val="accent2"/>
            </a:solidFill>
            <a:miter/>
          </a:ln>
        </p:spPr>
        <p:txBody>
          <a:bodyPr vert="horz" wrap="square" lIns="91440" tIns="45720" rIns="91440" bIns="45720" rtlCol="0" anchor="ctr"/>
          <a:p>
            <a:pPr algn="ctr">
              <a:lnSpc>
                <a:spcPct val="110000"/>
              </a:lnSpc>
            </a:pPr>
            <a:endParaRPr kumimoji="1" lang="zh-CN" altLang="en-US"/>
          </a:p>
        </p:txBody>
      </p:sp>
      <p:sp>
        <p:nvSpPr>
          <p:cNvPr id="59" name="标题 1"/>
          <p:cNvSpPr txBox="1"/>
          <p:nvPr/>
        </p:nvSpPr>
        <p:spPr>
          <a:xfrm>
            <a:off x="329565" y="2161789"/>
            <a:ext cx="360083" cy="360083"/>
          </a:xfrm>
          <a:prstGeom prst="ellipse">
            <a:avLst/>
          </a:prstGeom>
          <a:solidFill>
            <a:schemeClr val="accent2"/>
          </a:solidFill>
          <a:ln w="12700" cap="sq">
            <a:noFill/>
            <a:miter/>
          </a:ln>
        </p:spPr>
        <p:txBody>
          <a:bodyPr vert="horz" wrap="square" lIns="91440" tIns="45720" rIns="91440" bIns="45720" rtlCol="0" anchor="ctr"/>
          <a:p>
            <a:pPr algn="ctr">
              <a:lnSpc>
                <a:spcPct val="110000"/>
              </a:lnSpc>
            </a:pPr>
            <a:endParaRPr kumimoji="1" lang="zh-CN" altLang="en-US"/>
          </a:p>
        </p:txBody>
      </p:sp>
      <p:sp>
        <p:nvSpPr>
          <p:cNvPr id="60" name="标题 1"/>
          <p:cNvSpPr txBox="1"/>
          <p:nvPr/>
        </p:nvSpPr>
        <p:spPr>
          <a:xfrm>
            <a:off x="380365" y="2592566"/>
            <a:ext cx="3660902" cy="681786"/>
          </a:xfrm>
          <a:prstGeom prst="rect">
            <a:avLst/>
          </a:prstGeom>
          <a:noFill/>
          <a:ln>
            <a:noFill/>
          </a:ln>
        </p:spPr>
        <p:txBody>
          <a:bodyPr vert="horz" wrap="square" lIns="0" tIns="0" rIns="0" bIns="0" rtlCol="0" anchor="t"/>
          <a:p>
            <a:pPr algn="l">
              <a:lnSpc>
                <a:spcPct val="150000"/>
              </a:lnSpc>
            </a:pPr>
            <a:r>
              <a:rPr kumimoji="1" lang="en-US" altLang="zh-CN" sz="1000">
                <a:ln w="12700">
                  <a:noFill/>
                </a:ln>
                <a:solidFill>
                  <a:srgbClr val="404040">
                    <a:alpha val="100000"/>
                  </a:srgbClr>
                </a:solidFill>
                <a:latin typeface="Source Han Sans" panose="020B0400000000000000" charset="-122"/>
                <a:ea typeface="Source Han Sans" panose="020B0400000000000000" charset="-122"/>
                <a:cs typeface="Source Han Sans" panose="020B0400000000000000" charset="-122"/>
              </a:rPr>
              <a:t>大语言模型的应用目前主要集中在推荐和解读方面，未来可探索更深层次的集成应用，如结合健康数据生成精细的康复建议、辅助员工完成文档记录和报告撰写、开发智能客服或健康助手等，进一步提升智能化服务水平。</a:t>
            </a:r>
            <a:endParaRPr kumimoji="1" lang="zh-CN" altLang="en-US" sz="1000"/>
          </a:p>
        </p:txBody>
      </p:sp>
      <p:sp>
        <p:nvSpPr>
          <p:cNvPr id="61" name="标题 1"/>
          <p:cNvSpPr txBox="1"/>
          <p:nvPr/>
        </p:nvSpPr>
        <p:spPr>
          <a:xfrm>
            <a:off x="380144" y="2250522"/>
            <a:ext cx="289273" cy="235856"/>
          </a:xfrm>
          <a:prstGeom prst="rect">
            <a:avLst/>
          </a:prstGeom>
          <a:noFill/>
          <a:ln>
            <a:noFill/>
          </a:ln>
        </p:spPr>
        <p:txBody>
          <a:bodyPr vert="horz" wrap="square" lIns="0" tIns="0" rIns="0" bIns="0" rtlCol="0" anchor="ctr"/>
          <a:p>
            <a:pPr algn="ctr">
              <a:lnSpc>
                <a:spcPct val="100000"/>
              </a:lnSpc>
            </a:pPr>
            <a:r>
              <a:rPr kumimoji="1" lang="en-US" altLang="zh-CN" sz="2000">
                <a:ln w="12700">
                  <a:noFill/>
                </a:ln>
                <a:solidFill>
                  <a:srgbClr val="FFFFFF">
                    <a:alpha val="100000"/>
                  </a:srgbClr>
                </a:solidFill>
                <a:latin typeface="Source Han Sans" panose="020B0400000000000000" charset="-122"/>
                <a:ea typeface="Source Han Sans" panose="020B0400000000000000" charset="-122"/>
                <a:cs typeface="Source Han Sans" panose="020B0400000000000000" charset="-122"/>
              </a:rPr>
              <a:t>02</a:t>
            </a:r>
            <a:endParaRPr kumimoji="1" lang="zh-CN" altLang="en-US"/>
          </a:p>
        </p:txBody>
      </p:sp>
      <p:sp>
        <p:nvSpPr>
          <p:cNvPr id="62" name="标题 1"/>
          <p:cNvSpPr txBox="1"/>
          <p:nvPr/>
        </p:nvSpPr>
        <p:spPr>
          <a:xfrm>
            <a:off x="747115" y="2216924"/>
            <a:ext cx="3109798" cy="207754"/>
          </a:xfrm>
          <a:prstGeom prst="rect">
            <a:avLst/>
          </a:prstGeom>
          <a:noFill/>
          <a:ln>
            <a:noFill/>
          </a:ln>
        </p:spPr>
        <p:txBody>
          <a:bodyPr vert="horz" wrap="square" lIns="0" tIns="0" rIns="0" bIns="0" rtlCol="0" anchor="ctr"/>
          <a:p>
            <a:pPr algn="l">
              <a:lnSpc>
                <a:spcPct val="150000"/>
              </a:lnSpc>
            </a:pPr>
            <a:r>
              <a:rPr kumimoji="1" lang="en-US" altLang="zh-CN" sz="1600">
                <a:ln w="12700">
                  <a:noFill/>
                </a:ln>
                <a:solidFill>
                  <a:srgbClr val="404040">
                    <a:alpha val="100000"/>
                  </a:srgbClr>
                </a:solidFill>
                <a:latin typeface="Source Han Sans CN Bold" panose="020B0800000000000000" charset="-122"/>
                <a:ea typeface="Source Han Sans CN Bold" panose="020B0800000000000000" charset="-122"/>
                <a:cs typeface="Source Han Sans CN Bold" panose="020B0800000000000000" charset="-122"/>
              </a:rPr>
              <a:t>智能化服务深度</a:t>
            </a:r>
            <a:endParaRPr kumimoji="1" lang="zh-CN" altLang="en-US"/>
          </a:p>
        </p:txBody>
      </p:sp>
      <p:sp>
        <p:nvSpPr>
          <p:cNvPr id="63" name="标题 1"/>
          <p:cNvSpPr txBox="1"/>
          <p:nvPr/>
        </p:nvSpPr>
        <p:spPr>
          <a:xfrm>
            <a:off x="445440" y="3677568"/>
            <a:ext cx="3616683" cy="283040"/>
          </a:xfrm>
          <a:prstGeom prst="roundRect">
            <a:avLst>
              <a:gd name="adj" fmla="val 50000"/>
            </a:avLst>
          </a:prstGeom>
          <a:noFill/>
          <a:ln w="12700" cap="sq">
            <a:solidFill>
              <a:schemeClr val="accent1"/>
            </a:solidFill>
            <a:miter/>
          </a:ln>
        </p:spPr>
        <p:txBody>
          <a:bodyPr vert="horz" wrap="square" lIns="91440" tIns="45720" rIns="91440" bIns="45720" rtlCol="0" anchor="ctr"/>
          <a:p>
            <a:pPr algn="ctr">
              <a:lnSpc>
                <a:spcPct val="110000"/>
              </a:lnSpc>
            </a:pPr>
            <a:endParaRPr kumimoji="1" lang="zh-CN" altLang="en-US"/>
          </a:p>
        </p:txBody>
      </p:sp>
      <p:sp>
        <p:nvSpPr>
          <p:cNvPr id="65" name="标题 1"/>
          <p:cNvSpPr txBox="1"/>
          <p:nvPr/>
        </p:nvSpPr>
        <p:spPr>
          <a:xfrm>
            <a:off x="387350" y="3622538"/>
            <a:ext cx="360083" cy="360083"/>
          </a:xfrm>
          <a:prstGeom prst="ellipse">
            <a:avLst/>
          </a:prstGeom>
          <a:solidFill>
            <a:schemeClr val="accent1"/>
          </a:solidFill>
          <a:ln w="12700" cap="sq">
            <a:noFill/>
            <a:miter/>
          </a:ln>
        </p:spPr>
        <p:txBody>
          <a:bodyPr vert="horz" wrap="square" lIns="91440" tIns="45720" rIns="91440" bIns="45720" rtlCol="0" anchor="ctr"/>
          <a:p>
            <a:pPr algn="ctr">
              <a:lnSpc>
                <a:spcPct val="110000"/>
              </a:lnSpc>
            </a:pPr>
            <a:endParaRPr kumimoji="1" lang="zh-CN" altLang="en-US"/>
          </a:p>
        </p:txBody>
      </p:sp>
      <p:sp>
        <p:nvSpPr>
          <p:cNvPr id="66" name="标题 1"/>
          <p:cNvSpPr txBox="1"/>
          <p:nvPr/>
        </p:nvSpPr>
        <p:spPr>
          <a:xfrm>
            <a:off x="382270" y="4081255"/>
            <a:ext cx="3660902" cy="681786"/>
          </a:xfrm>
          <a:prstGeom prst="rect">
            <a:avLst/>
          </a:prstGeom>
          <a:noFill/>
          <a:ln>
            <a:noFill/>
          </a:ln>
        </p:spPr>
        <p:txBody>
          <a:bodyPr vert="horz" wrap="square" lIns="0" tIns="0" rIns="0" bIns="0" rtlCol="0" anchor="t"/>
          <a:p>
            <a:pPr algn="l">
              <a:lnSpc>
                <a:spcPct val="150000"/>
              </a:lnSpc>
            </a:pPr>
            <a:r>
              <a:rPr kumimoji="1" lang="en-US" altLang="zh-CN" sz="1000">
                <a:ln w="12700">
                  <a:noFill/>
                </a:ln>
                <a:solidFill>
                  <a:srgbClr val="404040">
                    <a:alpha val="100000"/>
                  </a:srgbClr>
                </a:solidFill>
                <a:latin typeface="Source Han Sans" panose="020B0400000000000000" charset="-122"/>
                <a:ea typeface="Source Han Sans" panose="020B0400000000000000" charset="-122"/>
                <a:cs typeface="Source Han Sans" panose="020B0400000000000000" charset="-122"/>
              </a:rPr>
              <a:t>系统目前主要依赖手动录入健康数据，未来可考虑集成智能手环、血压计、血糖仪等可穿戴或家用健康监测设备，实现健康数据的自动实时采集和上传，构建更完善的动态健康监测体系。</a:t>
            </a:r>
            <a:endParaRPr kumimoji="1" lang="zh-CN" altLang="en-US" sz="1000"/>
          </a:p>
        </p:txBody>
      </p:sp>
      <p:sp>
        <p:nvSpPr>
          <p:cNvPr id="67" name="标题 1"/>
          <p:cNvSpPr txBox="1"/>
          <p:nvPr/>
        </p:nvSpPr>
        <p:spPr>
          <a:xfrm>
            <a:off x="437929" y="3711271"/>
            <a:ext cx="289273" cy="235856"/>
          </a:xfrm>
          <a:prstGeom prst="rect">
            <a:avLst/>
          </a:prstGeom>
          <a:noFill/>
          <a:ln>
            <a:noFill/>
          </a:ln>
        </p:spPr>
        <p:txBody>
          <a:bodyPr vert="horz" wrap="square" lIns="0" tIns="0" rIns="0" bIns="0" rtlCol="0" anchor="ctr"/>
          <a:p>
            <a:pPr algn="ctr">
              <a:lnSpc>
                <a:spcPct val="100000"/>
              </a:lnSpc>
            </a:pPr>
            <a:r>
              <a:rPr kumimoji="1" lang="en-US" altLang="zh-CN" sz="2000">
                <a:ln w="12700">
                  <a:noFill/>
                </a:ln>
                <a:solidFill>
                  <a:srgbClr val="FFFFFF">
                    <a:alpha val="100000"/>
                  </a:srgbClr>
                </a:solidFill>
                <a:latin typeface="Source Han Sans" panose="020B0400000000000000" charset="-122"/>
                <a:ea typeface="Source Han Sans" panose="020B0400000000000000" charset="-122"/>
                <a:cs typeface="Source Han Sans" panose="020B0400000000000000" charset="-122"/>
              </a:rPr>
              <a:t>03</a:t>
            </a:r>
            <a:endParaRPr kumimoji="1" lang="zh-CN" altLang="en-US"/>
          </a:p>
        </p:txBody>
      </p:sp>
      <p:sp>
        <p:nvSpPr>
          <p:cNvPr id="68" name="标题 1"/>
          <p:cNvSpPr txBox="1"/>
          <p:nvPr/>
        </p:nvSpPr>
        <p:spPr>
          <a:xfrm>
            <a:off x="801090" y="3684658"/>
            <a:ext cx="3109798" cy="207754"/>
          </a:xfrm>
          <a:prstGeom prst="rect">
            <a:avLst/>
          </a:prstGeom>
          <a:noFill/>
          <a:ln>
            <a:noFill/>
          </a:ln>
        </p:spPr>
        <p:txBody>
          <a:bodyPr vert="horz" wrap="square" lIns="0" tIns="0" rIns="0" bIns="0" rtlCol="0" anchor="ctr"/>
          <a:p>
            <a:pPr algn="l">
              <a:lnSpc>
                <a:spcPct val="150000"/>
              </a:lnSpc>
            </a:pPr>
            <a:r>
              <a:rPr kumimoji="1" lang="en-US" altLang="zh-CN" sz="1600">
                <a:ln w="12700">
                  <a:noFill/>
                </a:ln>
                <a:solidFill>
                  <a:srgbClr val="404040">
                    <a:alpha val="100000"/>
                  </a:srgbClr>
                </a:solidFill>
                <a:latin typeface="Source Han Sans CN Bold" panose="020B0800000000000000" charset="-122"/>
                <a:ea typeface="Source Han Sans CN Bold" panose="020B0800000000000000" charset="-122"/>
                <a:cs typeface="Source Han Sans CN Bold" panose="020B0800000000000000" charset="-122"/>
              </a:rPr>
              <a:t>物联网设备集成</a:t>
            </a:r>
            <a:endParaRPr kumimoji="1" lang="zh-CN" altLang="en-US"/>
          </a:p>
        </p:txBody>
      </p:sp>
      <p:sp>
        <p:nvSpPr>
          <p:cNvPr id="69" name="标题 1"/>
          <p:cNvSpPr txBox="1"/>
          <p:nvPr/>
        </p:nvSpPr>
        <p:spPr>
          <a:xfrm>
            <a:off x="5186985" y="837985"/>
            <a:ext cx="3616683" cy="283040"/>
          </a:xfrm>
          <a:prstGeom prst="roundRect">
            <a:avLst>
              <a:gd name="adj" fmla="val 50000"/>
            </a:avLst>
          </a:prstGeom>
          <a:noFill/>
          <a:ln w="12700" cap="sq">
            <a:solidFill>
              <a:schemeClr val="accent1"/>
            </a:solidFill>
            <a:miter/>
          </a:ln>
        </p:spPr>
        <p:txBody>
          <a:bodyPr vert="horz" wrap="square" lIns="91440" tIns="45720" rIns="91440" bIns="45720" rtlCol="0" anchor="ctr"/>
          <a:p>
            <a:pPr algn="ctr">
              <a:lnSpc>
                <a:spcPct val="110000"/>
              </a:lnSpc>
            </a:pPr>
            <a:endParaRPr kumimoji="1" lang="zh-CN" altLang="en-US"/>
          </a:p>
        </p:txBody>
      </p:sp>
      <p:sp>
        <p:nvSpPr>
          <p:cNvPr id="70" name="标题 1"/>
          <p:cNvSpPr txBox="1"/>
          <p:nvPr/>
        </p:nvSpPr>
        <p:spPr>
          <a:xfrm>
            <a:off x="5128895" y="782955"/>
            <a:ext cx="360083" cy="360083"/>
          </a:xfrm>
          <a:prstGeom prst="ellipse">
            <a:avLst/>
          </a:prstGeom>
          <a:solidFill>
            <a:schemeClr val="accent1"/>
          </a:solidFill>
          <a:ln w="12700" cap="sq">
            <a:noFill/>
            <a:miter/>
          </a:ln>
        </p:spPr>
        <p:txBody>
          <a:bodyPr vert="horz" wrap="square" lIns="91440" tIns="45720" rIns="91440" bIns="45720" rtlCol="0" anchor="ctr"/>
          <a:p>
            <a:pPr algn="ctr">
              <a:lnSpc>
                <a:spcPct val="110000"/>
              </a:lnSpc>
            </a:pPr>
            <a:endParaRPr kumimoji="1" lang="zh-CN" altLang="en-US"/>
          </a:p>
        </p:txBody>
      </p:sp>
      <p:sp>
        <p:nvSpPr>
          <p:cNvPr id="71" name="标题 1"/>
          <p:cNvSpPr txBox="1"/>
          <p:nvPr/>
        </p:nvSpPr>
        <p:spPr>
          <a:xfrm>
            <a:off x="5213350" y="1205477"/>
            <a:ext cx="3660902" cy="681786"/>
          </a:xfrm>
          <a:prstGeom prst="rect">
            <a:avLst/>
          </a:prstGeom>
          <a:noFill/>
          <a:ln>
            <a:noFill/>
          </a:ln>
        </p:spPr>
        <p:txBody>
          <a:bodyPr vert="horz" wrap="square" lIns="0" tIns="0" rIns="0" bIns="0" rtlCol="0" anchor="t"/>
          <a:p>
            <a:pPr algn="l">
              <a:lnSpc>
                <a:spcPct val="150000"/>
              </a:lnSpc>
            </a:pPr>
            <a:r>
              <a:rPr kumimoji="1" lang="en-US" altLang="zh-CN" sz="1000">
                <a:ln w="12700">
                  <a:noFill/>
                </a:ln>
                <a:solidFill>
                  <a:srgbClr val="404040">
                    <a:alpha val="100000"/>
                  </a:srgbClr>
                </a:solidFill>
                <a:latin typeface="Source Han Sans" panose="020B0400000000000000" charset="-122"/>
                <a:ea typeface="Source Han Sans" panose="020B0400000000000000" charset="-122"/>
                <a:cs typeface="Source Han Sans" panose="020B0400000000000000" charset="-122"/>
              </a:rPr>
              <a:t>系统目前仅提供Web端访问，未来可开发移动应用程序，如APP或小程序，满足员工移动办公和客户随时查看信息的需求，提供更便捷的访问体验。</a:t>
            </a:r>
            <a:endParaRPr kumimoji="1" lang="zh-CN" altLang="en-US" sz="1000"/>
          </a:p>
        </p:txBody>
      </p:sp>
      <p:sp>
        <p:nvSpPr>
          <p:cNvPr id="72" name="标题 1"/>
          <p:cNvSpPr txBox="1"/>
          <p:nvPr/>
        </p:nvSpPr>
        <p:spPr>
          <a:xfrm>
            <a:off x="5179474" y="871688"/>
            <a:ext cx="289273" cy="235856"/>
          </a:xfrm>
          <a:prstGeom prst="rect">
            <a:avLst/>
          </a:prstGeom>
          <a:noFill/>
          <a:ln>
            <a:noFill/>
          </a:ln>
        </p:spPr>
        <p:txBody>
          <a:bodyPr vert="horz" wrap="square" lIns="0" tIns="0" rIns="0" bIns="0" rtlCol="0" anchor="ctr"/>
          <a:p>
            <a:pPr algn="ctr">
              <a:lnSpc>
                <a:spcPct val="100000"/>
              </a:lnSpc>
            </a:pPr>
            <a:r>
              <a:rPr kumimoji="1" lang="en-US" altLang="zh-CN" sz="2000">
                <a:ln w="12700">
                  <a:noFill/>
                </a:ln>
                <a:solidFill>
                  <a:srgbClr val="FFFFFF">
                    <a:alpha val="100000"/>
                  </a:srgbClr>
                </a:solidFill>
                <a:latin typeface="Source Han Sans" panose="020B0400000000000000" charset="-122"/>
                <a:ea typeface="Source Han Sans" panose="020B0400000000000000" charset="-122"/>
                <a:cs typeface="Source Han Sans" panose="020B0400000000000000" charset="-122"/>
              </a:rPr>
              <a:t>04</a:t>
            </a:r>
            <a:endParaRPr kumimoji="1" lang="zh-CN" altLang="en-US"/>
          </a:p>
        </p:txBody>
      </p:sp>
      <p:sp>
        <p:nvSpPr>
          <p:cNvPr id="73" name="标题 1"/>
          <p:cNvSpPr txBox="1"/>
          <p:nvPr/>
        </p:nvSpPr>
        <p:spPr>
          <a:xfrm>
            <a:off x="5555970" y="859045"/>
            <a:ext cx="3109798" cy="207754"/>
          </a:xfrm>
          <a:prstGeom prst="rect">
            <a:avLst/>
          </a:prstGeom>
          <a:noFill/>
          <a:ln>
            <a:noFill/>
          </a:ln>
        </p:spPr>
        <p:txBody>
          <a:bodyPr vert="horz" wrap="square" lIns="0" tIns="0" rIns="0" bIns="0" rtlCol="0" anchor="ctr"/>
          <a:p>
            <a:pPr algn="l">
              <a:lnSpc>
                <a:spcPct val="150000"/>
              </a:lnSpc>
            </a:pPr>
            <a:r>
              <a:rPr kumimoji="1" lang="en-US" altLang="zh-CN" sz="1600">
                <a:ln w="12700">
                  <a:noFill/>
                </a:ln>
                <a:solidFill>
                  <a:srgbClr val="404040">
                    <a:alpha val="100000"/>
                  </a:srgbClr>
                </a:solidFill>
                <a:latin typeface="Source Han Sans CN Bold" panose="020B0800000000000000" charset="-122"/>
                <a:ea typeface="Source Han Sans CN Bold" panose="020B0800000000000000" charset="-122"/>
                <a:cs typeface="Source Han Sans CN Bold" panose="020B0800000000000000" charset="-122"/>
              </a:rPr>
              <a:t>移动端支持</a:t>
            </a:r>
            <a:endParaRPr kumimoji="1" lang="zh-CN" altLang="en-US"/>
          </a:p>
        </p:txBody>
      </p:sp>
      <p:sp>
        <p:nvSpPr>
          <p:cNvPr id="74" name="标题 1"/>
          <p:cNvSpPr txBox="1"/>
          <p:nvPr/>
        </p:nvSpPr>
        <p:spPr>
          <a:xfrm>
            <a:off x="5180000" y="2216819"/>
            <a:ext cx="3616683" cy="283040"/>
          </a:xfrm>
          <a:prstGeom prst="roundRect">
            <a:avLst>
              <a:gd name="adj" fmla="val 50000"/>
            </a:avLst>
          </a:prstGeom>
          <a:noFill/>
          <a:ln w="12700" cap="sq">
            <a:solidFill>
              <a:schemeClr val="accent2"/>
            </a:solidFill>
            <a:miter/>
          </a:ln>
        </p:spPr>
        <p:txBody>
          <a:bodyPr vert="horz" wrap="square" lIns="91440" tIns="45720" rIns="91440" bIns="45720" rtlCol="0" anchor="ctr"/>
          <a:p>
            <a:pPr algn="ctr">
              <a:lnSpc>
                <a:spcPct val="110000"/>
              </a:lnSpc>
            </a:pPr>
            <a:endParaRPr kumimoji="1" lang="zh-CN" altLang="en-US"/>
          </a:p>
        </p:txBody>
      </p:sp>
      <p:sp>
        <p:nvSpPr>
          <p:cNvPr id="75" name="标题 1"/>
          <p:cNvSpPr txBox="1"/>
          <p:nvPr/>
        </p:nvSpPr>
        <p:spPr>
          <a:xfrm>
            <a:off x="5121910" y="2161789"/>
            <a:ext cx="360083" cy="360083"/>
          </a:xfrm>
          <a:prstGeom prst="ellipse">
            <a:avLst/>
          </a:prstGeom>
          <a:solidFill>
            <a:schemeClr val="accent2"/>
          </a:solidFill>
          <a:ln w="12700" cap="sq">
            <a:noFill/>
            <a:miter/>
          </a:ln>
        </p:spPr>
        <p:txBody>
          <a:bodyPr vert="horz" wrap="square" lIns="91440" tIns="45720" rIns="91440" bIns="45720" rtlCol="0" anchor="ctr"/>
          <a:p>
            <a:pPr algn="ctr">
              <a:lnSpc>
                <a:spcPct val="110000"/>
              </a:lnSpc>
            </a:pPr>
            <a:endParaRPr kumimoji="1" lang="zh-CN" altLang="en-US"/>
          </a:p>
        </p:txBody>
      </p:sp>
      <p:sp>
        <p:nvSpPr>
          <p:cNvPr id="76" name="标题 1"/>
          <p:cNvSpPr txBox="1"/>
          <p:nvPr/>
        </p:nvSpPr>
        <p:spPr>
          <a:xfrm>
            <a:off x="5213350" y="2597646"/>
            <a:ext cx="3660902" cy="681786"/>
          </a:xfrm>
          <a:prstGeom prst="rect">
            <a:avLst/>
          </a:prstGeom>
          <a:noFill/>
          <a:ln>
            <a:noFill/>
          </a:ln>
        </p:spPr>
        <p:txBody>
          <a:bodyPr vert="horz" wrap="square" lIns="0" tIns="0" rIns="0" bIns="0" rtlCol="0" anchor="t"/>
          <a:p>
            <a:pPr algn="l">
              <a:lnSpc>
                <a:spcPct val="150000"/>
              </a:lnSpc>
            </a:pPr>
            <a:r>
              <a:rPr kumimoji="1" lang="en-US" altLang="zh-CN" sz="1000">
                <a:ln w="12700">
                  <a:noFill/>
                </a:ln>
                <a:solidFill>
                  <a:srgbClr val="404040">
                    <a:alpha val="100000"/>
                  </a:srgbClr>
                </a:solidFill>
                <a:latin typeface="Source Han Sans" panose="020B0400000000000000" charset="-122"/>
                <a:ea typeface="Source Han Sans" panose="020B0400000000000000" charset="-122"/>
                <a:cs typeface="Source Han Sans" panose="020B0400000000000000" charset="-122"/>
              </a:rPr>
              <a:t>针对性能测试中发现的高并发瓶颈问题，需进一步优化数据库性能、改造异步处理机制、引入专业Web服务器等，同时考虑分布式部署方案，如负载均衡、数据库读写分离等，以支持更大规模的用户群体。</a:t>
            </a:r>
            <a:endParaRPr kumimoji="1" lang="en-US" altLang="zh-CN" sz="1000">
              <a:ln w="12700">
                <a:noFill/>
              </a:ln>
              <a:solidFill>
                <a:srgbClr val="404040">
                  <a:alpha val="100000"/>
                </a:srgbClr>
              </a:solidFill>
              <a:latin typeface="Source Han Sans" panose="020B0400000000000000" charset="-122"/>
              <a:ea typeface="Source Han Sans" panose="020B0400000000000000" charset="-122"/>
              <a:cs typeface="Source Han Sans" panose="020B0400000000000000" charset="-122"/>
            </a:endParaRPr>
          </a:p>
        </p:txBody>
      </p:sp>
      <p:sp>
        <p:nvSpPr>
          <p:cNvPr id="77" name="标题 1"/>
          <p:cNvSpPr txBox="1"/>
          <p:nvPr/>
        </p:nvSpPr>
        <p:spPr>
          <a:xfrm>
            <a:off x="5172489" y="2250522"/>
            <a:ext cx="289273" cy="235856"/>
          </a:xfrm>
          <a:prstGeom prst="rect">
            <a:avLst/>
          </a:prstGeom>
          <a:noFill/>
          <a:ln>
            <a:noFill/>
          </a:ln>
        </p:spPr>
        <p:txBody>
          <a:bodyPr vert="horz" wrap="square" lIns="0" tIns="0" rIns="0" bIns="0" rtlCol="0" anchor="ctr"/>
          <a:p>
            <a:pPr algn="ctr">
              <a:lnSpc>
                <a:spcPct val="100000"/>
              </a:lnSpc>
            </a:pPr>
            <a:r>
              <a:rPr kumimoji="1" lang="en-US" altLang="zh-CN" sz="2000">
                <a:ln w="12700">
                  <a:noFill/>
                </a:ln>
                <a:solidFill>
                  <a:srgbClr val="FFFFFF">
                    <a:alpha val="100000"/>
                  </a:srgbClr>
                </a:solidFill>
                <a:latin typeface="Source Han Sans" panose="020B0400000000000000" charset="-122"/>
                <a:ea typeface="Source Han Sans" panose="020B0400000000000000" charset="-122"/>
                <a:cs typeface="Source Han Sans" panose="020B0400000000000000" charset="-122"/>
              </a:rPr>
              <a:t>05</a:t>
            </a:r>
            <a:endParaRPr kumimoji="1" lang="zh-CN" altLang="en-US"/>
          </a:p>
        </p:txBody>
      </p:sp>
      <p:sp>
        <p:nvSpPr>
          <p:cNvPr id="78" name="标题 1"/>
          <p:cNvSpPr txBox="1"/>
          <p:nvPr/>
        </p:nvSpPr>
        <p:spPr>
          <a:xfrm>
            <a:off x="5555970" y="2216924"/>
            <a:ext cx="3109798" cy="207754"/>
          </a:xfrm>
          <a:prstGeom prst="rect">
            <a:avLst/>
          </a:prstGeom>
          <a:noFill/>
          <a:ln>
            <a:noFill/>
          </a:ln>
        </p:spPr>
        <p:txBody>
          <a:bodyPr vert="horz" wrap="square" lIns="0" tIns="0" rIns="0" bIns="0" rtlCol="0" anchor="ctr"/>
          <a:p>
            <a:pPr algn="l">
              <a:lnSpc>
                <a:spcPct val="150000"/>
              </a:lnSpc>
            </a:pPr>
            <a:r>
              <a:rPr kumimoji="1" lang="en-US" altLang="zh-CN" sz="1600">
                <a:ln w="12700">
                  <a:noFill/>
                </a:ln>
                <a:solidFill>
                  <a:srgbClr val="404040">
                    <a:alpha val="100000"/>
                  </a:srgbClr>
                </a:solidFill>
                <a:latin typeface="Source Han Sans CN Bold" panose="020B0800000000000000" charset="-122"/>
                <a:ea typeface="Source Han Sans CN Bold" panose="020B0800000000000000" charset="-122"/>
                <a:cs typeface="Source Han Sans CN Bold" panose="020B0800000000000000" charset="-122"/>
              </a:rPr>
              <a:t>系统性能优化与部署</a:t>
            </a:r>
            <a:endParaRPr kumimoji="1" lang="zh-CN" altLang="en-US"/>
          </a:p>
        </p:txBody>
      </p:sp>
      <p:sp>
        <p:nvSpPr>
          <p:cNvPr id="79" name="标题 1"/>
          <p:cNvSpPr txBox="1"/>
          <p:nvPr/>
        </p:nvSpPr>
        <p:spPr>
          <a:xfrm>
            <a:off x="5122215" y="3682648"/>
            <a:ext cx="3616683" cy="283040"/>
          </a:xfrm>
          <a:prstGeom prst="roundRect">
            <a:avLst>
              <a:gd name="adj" fmla="val 50000"/>
            </a:avLst>
          </a:prstGeom>
          <a:noFill/>
          <a:ln w="12700" cap="sq">
            <a:solidFill>
              <a:schemeClr val="accent1"/>
            </a:solidFill>
            <a:miter/>
          </a:ln>
        </p:spPr>
        <p:txBody>
          <a:bodyPr vert="horz" wrap="square" lIns="91440" tIns="45720" rIns="91440" bIns="45720" rtlCol="0" anchor="ctr"/>
          <a:p>
            <a:pPr algn="ctr">
              <a:lnSpc>
                <a:spcPct val="110000"/>
              </a:lnSpc>
            </a:pPr>
            <a:endParaRPr kumimoji="1" lang="zh-CN" altLang="en-US"/>
          </a:p>
        </p:txBody>
      </p:sp>
      <p:sp>
        <p:nvSpPr>
          <p:cNvPr id="80" name="标题 1"/>
          <p:cNvSpPr txBox="1"/>
          <p:nvPr/>
        </p:nvSpPr>
        <p:spPr>
          <a:xfrm>
            <a:off x="5064125" y="3627618"/>
            <a:ext cx="360083" cy="360083"/>
          </a:xfrm>
          <a:prstGeom prst="ellipse">
            <a:avLst/>
          </a:prstGeom>
          <a:solidFill>
            <a:schemeClr val="accent1"/>
          </a:solidFill>
          <a:ln w="12700" cap="sq">
            <a:noFill/>
            <a:miter/>
          </a:ln>
        </p:spPr>
        <p:txBody>
          <a:bodyPr vert="horz" wrap="square" lIns="91440" tIns="45720" rIns="91440" bIns="45720" rtlCol="0" anchor="ctr"/>
          <a:p>
            <a:pPr algn="ctr">
              <a:lnSpc>
                <a:spcPct val="110000"/>
              </a:lnSpc>
            </a:pPr>
            <a:endParaRPr kumimoji="1" lang="zh-CN" altLang="en-US"/>
          </a:p>
        </p:txBody>
      </p:sp>
      <p:sp>
        <p:nvSpPr>
          <p:cNvPr id="81" name="标题 1"/>
          <p:cNvSpPr txBox="1"/>
          <p:nvPr/>
        </p:nvSpPr>
        <p:spPr>
          <a:xfrm>
            <a:off x="5179695" y="4081255"/>
            <a:ext cx="3660902" cy="681786"/>
          </a:xfrm>
          <a:prstGeom prst="rect">
            <a:avLst/>
          </a:prstGeom>
          <a:noFill/>
          <a:ln>
            <a:noFill/>
          </a:ln>
        </p:spPr>
        <p:txBody>
          <a:bodyPr vert="horz" wrap="square" lIns="0" tIns="0" rIns="0" bIns="0" rtlCol="0" anchor="t"/>
          <a:p>
            <a:pPr algn="l">
              <a:lnSpc>
                <a:spcPct val="150000"/>
              </a:lnSpc>
            </a:pPr>
            <a:r>
              <a:rPr kumimoji="1" lang="en-US" altLang="zh-CN" sz="1000">
                <a:ln w="12700">
                  <a:noFill/>
                </a:ln>
                <a:solidFill>
                  <a:srgbClr val="404040">
                    <a:alpha val="100000"/>
                  </a:srgbClr>
                </a:solidFill>
                <a:latin typeface="Source Han Sans" panose="020B0400000000000000" charset="-122"/>
                <a:ea typeface="Source Han Sans" panose="020B0400000000000000" charset="-122"/>
                <a:cs typeface="Source Han Sans" panose="020B0400000000000000" charset="-122"/>
              </a:rPr>
              <a:t>考虑到医疗健康数据的敏感性，未来可在数据加密、访问审计、安全防护等方面进行更深入的强化处理，确保用户数据的安全性和隐私性。</a:t>
            </a:r>
            <a:endParaRPr kumimoji="1" lang="zh-CN" altLang="en-US" sz="1000"/>
          </a:p>
        </p:txBody>
      </p:sp>
      <p:sp>
        <p:nvSpPr>
          <p:cNvPr id="82" name="标题 1"/>
          <p:cNvSpPr txBox="1"/>
          <p:nvPr/>
        </p:nvSpPr>
        <p:spPr>
          <a:xfrm>
            <a:off x="5114704" y="3716351"/>
            <a:ext cx="289273" cy="235856"/>
          </a:xfrm>
          <a:prstGeom prst="rect">
            <a:avLst/>
          </a:prstGeom>
          <a:noFill/>
          <a:ln>
            <a:noFill/>
          </a:ln>
        </p:spPr>
        <p:txBody>
          <a:bodyPr vert="horz" wrap="square" lIns="0" tIns="0" rIns="0" bIns="0" rtlCol="0" anchor="ctr"/>
          <a:p>
            <a:pPr algn="ctr">
              <a:lnSpc>
                <a:spcPct val="100000"/>
              </a:lnSpc>
            </a:pPr>
            <a:r>
              <a:rPr kumimoji="1" lang="en-US" altLang="zh-CN" sz="2000">
                <a:ln w="12700">
                  <a:noFill/>
                </a:ln>
                <a:solidFill>
                  <a:srgbClr val="FFFFFF">
                    <a:alpha val="100000"/>
                  </a:srgbClr>
                </a:solidFill>
                <a:latin typeface="Source Han Sans" panose="020B0400000000000000" charset="-122"/>
                <a:ea typeface="Source Han Sans" panose="020B0400000000000000" charset="-122"/>
                <a:cs typeface="Source Han Sans" panose="020B0400000000000000" charset="-122"/>
              </a:rPr>
              <a:t>06</a:t>
            </a:r>
            <a:endParaRPr kumimoji="1" lang="zh-CN" altLang="en-US"/>
          </a:p>
        </p:txBody>
      </p:sp>
      <p:sp>
        <p:nvSpPr>
          <p:cNvPr id="83" name="标题 1"/>
          <p:cNvSpPr txBox="1"/>
          <p:nvPr/>
        </p:nvSpPr>
        <p:spPr>
          <a:xfrm>
            <a:off x="5555970" y="3723393"/>
            <a:ext cx="3109798" cy="207754"/>
          </a:xfrm>
          <a:prstGeom prst="rect">
            <a:avLst/>
          </a:prstGeom>
          <a:noFill/>
          <a:ln>
            <a:noFill/>
          </a:ln>
        </p:spPr>
        <p:txBody>
          <a:bodyPr vert="horz" wrap="square" lIns="0" tIns="0" rIns="0" bIns="0" rtlCol="0" anchor="ctr"/>
          <a:p>
            <a:pPr algn="l">
              <a:lnSpc>
                <a:spcPct val="150000"/>
              </a:lnSpc>
            </a:pPr>
            <a:r>
              <a:rPr kumimoji="1" lang="en-US" altLang="zh-CN" sz="1600">
                <a:ln w="12700">
                  <a:noFill/>
                </a:ln>
                <a:solidFill>
                  <a:srgbClr val="404040">
                    <a:alpha val="100000"/>
                  </a:srgbClr>
                </a:solidFill>
                <a:latin typeface="Source Han Sans CN Bold" panose="020B0800000000000000" charset="-122"/>
                <a:ea typeface="Source Han Sans CN Bold" panose="020B0800000000000000" charset="-122"/>
                <a:cs typeface="Source Han Sans CN Bold" panose="020B0800000000000000" charset="-122"/>
              </a:rPr>
              <a:t>安全性增强</a:t>
            </a:r>
            <a:endParaRPr kumimoji="1" lang="zh-CN" altLang="en-US"/>
          </a:p>
        </p:txBody>
      </p:sp>
    </p:spTree>
  </p:cSld>
  <p:clrMapOvr>
    <a:masterClrMapping/>
  </p:clrMapOvr>
  <mc:AlternateContent xmlns:mc="http://schemas.openxmlformats.org/markup-compatibility/2006">
    <mc:Choice xmlns:p14="http://schemas.microsoft.com/office/powerpoint/2010/main" Requires="p14">
      <p:transition spd="slow" p14:dur="1500"/>
    </mc:Choice>
    <mc:Fallback>
      <p:transition spd="slow"/>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Freeform 15"/>
          <p:cNvSpPr/>
          <p:nvPr/>
        </p:nvSpPr>
        <p:spPr bwMode="auto">
          <a:xfrm>
            <a:off x="900" y="2489597"/>
            <a:ext cx="9142200" cy="2651522"/>
          </a:xfrm>
          <a:custGeom>
            <a:avLst/>
            <a:gdLst>
              <a:gd name="T0" fmla="*/ 0 w 3840"/>
              <a:gd name="T1" fmla="*/ 3 h 1113"/>
              <a:gd name="T2" fmla="*/ 996 w 3840"/>
              <a:gd name="T3" fmla="*/ 3 h 1113"/>
              <a:gd name="T4" fmla="*/ 1920 w 3840"/>
              <a:gd name="T5" fmla="*/ 185 h 1113"/>
              <a:gd name="T6" fmla="*/ 2760 w 3840"/>
              <a:gd name="T7" fmla="*/ 3 h 1113"/>
              <a:gd name="T8" fmla="*/ 3840 w 3840"/>
              <a:gd name="T9" fmla="*/ 3 h 1113"/>
              <a:gd name="T10" fmla="*/ 3840 w 3840"/>
              <a:gd name="T11" fmla="*/ 1113 h 1113"/>
              <a:gd name="T12" fmla="*/ 0 w 3840"/>
              <a:gd name="T13" fmla="*/ 1113 h 1113"/>
              <a:gd name="T14" fmla="*/ 0 w 3840"/>
              <a:gd name="T15" fmla="*/ 3 h 1113"/>
              <a:gd name="T16" fmla="*/ 0 w 3840"/>
              <a:gd name="T17" fmla="*/ 3 h 1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840" h="1113">
                <a:moveTo>
                  <a:pt x="0" y="3"/>
                </a:moveTo>
                <a:cubicBezTo>
                  <a:pt x="996" y="3"/>
                  <a:pt x="996" y="3"/>
                  <a:pt x="996" y="3"/>
                </a:cubicBezTo>
                <a:cubicBezTo>
                  <a:pt x="1433" y="0"/>
                  <a:pt x="1722" y="57"/>
                  <a:pt x="1920" y="185"/>
                </a:cubicBezTo>
                <a:cubicBezTo>
                  <a:pt x="2128" y="50"/>
                  <a:pt x="2430" y="3"/>
                  <a:pt x="2760" y="3"/>
                </a:cubicBezTo>
                <a:cubicBezTo>
                  <a:pt x="3840" y="3"/>
                  <a:pt x="3840" y="3"/>
                  <a:pt x="3840" y="3"/>
                </a:cubicBezTo>
                <a:cubicBezTo>
                  <a:pt x="3840" y="1113"/>
                  <a:pt x="3840" y="1113"/>
                  <a:pt x="3840" y="1113"/>
                </a:cubicBezTo>
                <a:cubicBezTo>
                  <a:pt x="0" y="1113"/>
                  <a:pt x="0" y="1113"/>
                  <a:pt x="0" y="1113"/>
                </a:cubicBezTo>
                <a:cubicBezTo>
                  <a:pt x="0" y="3"/>
                  <a:pt x="0" y="3"/>
                  <a:pt x="0" y="3"/>
                </a:cubicBezTo>
                <a:cubicBezTo>
                  <a:pt x="0" y="3"/>
                  <a:pt x="0" y="3"/>
                  <a:pt x="0" y="3"/>
                </a:cubicBezTo>
                <a:close/>
              </a:path>
            </a:pathLst>
          </a:custGeom>
          <a:solidFill>
            <a:schemeClr val="accent1"/>
          </a:solidFill>
          <a:ln>
            <a:noFill/>
          </a:ln>
        </p:spPr>
        <p:txBody>
          <a:bodyPr vert="horz" wrap="square" lIns="68580" tIns="34290" rIns="68580" bIns="34290" numCol="1" anchor="t" anchorCtr="0" compatLnSpc="1"/>
          <a:lstStyle/>
          <a:p>
            <a:endParaRPr lang="zh-CN" altLang="en-US" sz="1015" dirty="0">
              <a:latin typeface="黑体" panose="02010609060101010101" pitchFamily="49" charset="-122"/>
              <a:ea typeface="黑体" panose="02010609060101010101" pitchFamily="49" charset="-122"/>
            </a:endParaRPr>
          </a:p>
        </p:txBody>
      </p:sp>
      <p:grpSp>
        <p:nvGrpSpPr>
          <p:cNvPr id="35" name="组合 34"/>
          <p:cNvGrpSpPr/>
          <p:nvPr/>
        </p:nvGrpSpPr>
        <p:grpSpPr>
          <a:xfrm>
            <a:off x="3572" y="1427560"/>
            <a:ext cx="9136857" cy="1500188"/>
            <a:chOff x="6350" y="1903413"/>
            <a:chExt cx="12182476" cy="2000250"/>
          </a:xfrm>
        </p:grpSpPr>
        <p:sp>
          <p:nvSpPr>
            <p:cNvPr id="22" name="Freeform 16"/>
            <p:cNvSpPr/>
            <p:nvPr/>
          </p:nvSpPr>
          <p:spPr bwMode="auto">
            <a:xfrm>
              <a:off x="6350" y="2878138"/>
              <a:ext cx="6091238" cy="1025525"/>
            </a:xfrm>
            <a:custGeom>
              <a:avLst/>
              <a:gdLst>
                <a:gd name="T0" fmla="*/ 1920 w 1920"/>
                <a:gd name="T1" fmla="*/ 323 h 323"/>
                <a:gd name="T2" fmla="*/ 1209 w 1920"/>
                <a:gd name="T3" fmla="*/ 38 h 323"/>
                <a:gd name="T4" fmla="*/ 0 w 1920"/>
                <a:gd name="T5" fmla="*/ 86 h 323"/>
              </a:gdLst>
              <a:ahLst/>
              <a:cxnLst>
                <a:cxn ang="0">
                  <a:pos x="T0" y="T1"/>
                </a:cxn>
                <a:cxn ang="0">
                  <a:pos x="T2" y="T3"/>
                </a:cxn>
                <a:cxn ang="0">
                  <a:pos x="T4" y="T5"/>
                </a:cxn>
              </a:cxnLst>
              <a:rect l="0" t="0" r="r" b="b"/>
              <a:pathLst>
                <a:path w="1920" h="323">
                  <a:moveTo>
                    <a:pt x="1920" y="323"/>
                  </a:moveTo>
                  <a:cubicBezTo>
                    <a:pt x="1742" y="142"/>
                    <a:pt x="1510" y="77"/>
                    <a:pt x="1209" y="38"/>
                  </a:cubicBezTo>
                  <a:cubicBezTo>
                    <a:pt x="928" y="2"/>
                    <a:pt x="495" y="0"/>
                    <a:pt x="0" y="86"/>
                  </a:cubicBezTo>
                </a:path>
              </a:pathLst>
            </a:custGeom>
            <a:noFill/>
            <a:ln w="63500" cap="flat">
              <a:solidFill>
                <a:schemeClr val="accent1"/>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lstStyle/>
            <a:p>
              <a:endParaRPr lang="zh-CN" altLang="en-US" sz="1015">
                <a:latin typeface="黑体" panose="02010609060101010101" pitchFamily="49" charset="-122"/>
                <a:ea typeface="黑体" panose="02010609060101010101" pitchFamily="49" charset="-122"/>
              </a:endParaRPr>
            </a:p>
          </p:txBody>
        </p:sp>
        <p:sp>
          <p:nvSpPr>
            <p:cNvPr id="23" name="Freeform 17"/>
            <p:cNvSpPr/>
            <p:nvPr/>
          </p:nvSpPr>
          <p:spPr bwMode="auto">
            <a:xfrm>
              <a:off x="6350" y="3068638"/>
              <a:ext cx="6091238" cy="835025"/>
            </a:xfrm>
            <a:custGeom>
              <a:avLst/>
              <a:gdLst>
                <a:gd name="T0" fmla="*/ 1920 w 1920"/>
                <a:gd name="T1" fmla="*/ 263 h 263"/>
                <a:gd name="T2" fmla="*/ 1155 w 1920"/>
                <a:gd name="T3" fmla="*/ 28 h 263"/>
                <a:gd name="T4" fmla="*/ 0 w 1920"/>
                <a:gd name="T5" fmla="*/ 59 h 263"/>
              </a:gdLst>
              <a:ahLst/>
              <a:cxnLst>
                <a:cxn ang="0">
                  <a:pos x="T0" y="T1"/>
                </a:cxn>
                <a:cxn ang="0">
                  <a:pos x="T2" y="T3"/>
                </a:cxn>
                <a:cxn ang="0">
                  <a:pos x="T4" y="T5"/>
                </a:cxn>
              </a:cxnLst>
              <a:rect l="0" t="0" r="r" b="b"/>
              <a:pathLst>
                <a:path w="1920" h="263">
                  <a:moveTo>
                    <a:pt x="1920" y="263"/>
                  </a:moveTo>
                  <a:cubicBezTo>
                    <a:pt x="1671" y="92"/>
                    <a:pt x="1458" y="53"/>
                    <a:pt x="1155" y="28"/>
                  </a:cubicBezTo>
                  <a:cubicBezTo>
                    <a:pt x="807" y="0"/>
                    <a:pt x="479" y="6"/>
                    <a:pt x="0" y="59"/>
                  </a:cubicBezTo>
                </a:path>
              </a:pathLst>
            </a:custGeom>
            <a:noFill/>
            <a:ln w="63500" cap="flat">
              <a:solidFill>
                <a:schemeClr val="accent1"/>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lstStyle/>
            <a:p>
              <a:endParaRPr lang="zh-CN" altLang="en-US" sz="1015">
                <a:latin typeface="黑体" panose="02010609060101010101" pitchFamily="49" charset="-122"/>
                <a:ea typeface="黑体" panose="02010609060101010101" pitchFamily="49" charset="-122"/>
              </a:endParaRPr>
            </a:p>
          </p:txBody>
        </p:sp>
        <p:sp>
          <p:nvSpPr>
            <p:cNvPr id="24" name="Freeform 18"/>
            <p:cNvSpPr/>
            <p:nvPr/>
          </p:nvSpPr>
          <p:spPr bwMode="auto">
            <a:xfrm>
              <a:off x="6097588" y="3068638"/>
              <a:ext cx="6091238" cy="835025"/>
            </a:xfrm>
            <a:custGeom>
              <a:avLst/>
              <a:gdLst>
                <a:gd name="T0" fmla="*/ 0 w 1920"/>
                <a:gd name="T1" fmla="*/ 263 h 263"/>
                <a:gd name="T2" fmla="*/ 764 w 1920"/>
                <a:gd name="T3" fmla="*/ 28 h 263"/>
                <a:gd name="T4" fmla="*/ 1920 w 1920"/>
                <a:gd name="T5" fmla="*/ 59 h 263"/>
              </a:gdLst>
              <a:ahLst/>
              <a:cxnLst>
                <a:cxn ang="0">
                  <a:pos x="T0" y="T1"/>
                </a:cxn>
                <a:cxn ang="0">
                  <a:pos x="T2" y="T3"/>
                </a:cxn>
                <a:cxn ang="0">
                  <a:pos x="T4" y="T5"/>
                </a:cxn>
              </a:cxnLst>
              <a:rect l="0" t="0" r="r" b="b"/>
              <a:pathLst>
                <a:path w="1920" h="263">
                  <a:moveTo>
                    <a:pt x="0" y="263"/>
                  </a:moveTo>
                  <a:cubicBezTo>
                    <a:pt x="249" y="92"/>
                    <a:pt x="462" y="53"/>
                    <a:pt x="764" y="28"/>
                  </a:cubicBezTo>
                  <a:cubicBezTo>
                    <a:pt x="1112" y="0"/>
                    <a:pt x="1441" y="6"/>
                    <a:pt x="1920" y="59"/>
                  </a:cubicBezTo>
                </a:path>
              </a:pathLst>
            </a:custGeom>
            <a:noFill/>
            <a:ln w="63500" cap="flat">
              <a:solidFill>
                <a:schemeClr val="accent1"/>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lstStyle/>
            <a:p>
              <a:endParaRPr lang="zh-CN" altLang="en-US" sz="1015">
                <a:latin typeface="黑体" panose="02010609060101010101" pitchFamily="49" charset="-122"/>
                <a:ea typeface="黑体" panose="02010609060101010101" pitchFamily="49" charset="-122"/>
              </a:endParaRPr>
            </a:p>
          </p:txBody>
        </p:sp>
        <p:sp>
          <p:nvSpPr>
            <p:cNvPr id="25" name="Freeform 19"/>
            <p:cNvSpPr/>
            <p:nvPr/>
          </p:nvSpPr>
          <p:spPr bwMode="auto">
            <a:xfrm>
              <a:off x="346075" y="2484438"/>
              <a:ext cx="5751513" cy="1419225"/>
            </a:xfrm>
            <a:custGeom>
              <a:avLst/>
              <a:gdLst>
                <a:gd name="T0" fmla="*/ 1813 w 1813"/>
                <a:gd name="T1" fmla="*/ 447 h 447"/>
                <a:gd name="T2" fmla="*/ 1000 w 1813"/>
                <a:gd name="T3" fmla="*/ 42 h 447"/>
                <a:gd name="T4" fmla="*/ 0 w 1813"/>
                <a:gd name="T5" fmla="*/ 82 h 447"/>
              </a:gdLst>
              <a:ahLst/>
              <a:cxnLst>
                <a:cxn ang="0">
                  <a:pos x="T0" y="T1"/>
                </a:cxn>
                <a:cxn ang="0">
                  <a:pos x="T2" y="T3"/>
                </a:cxn>
                <a:cxn ang="0">
                  <a:pos x="T4" y="T5"/>
                </a:cxn>
              </a:cxnLst>
              <a:rect l="0" t="0" r="r" b="b"/>
              <a:pathLst>
                <a:path w="1813" h="447">
                  <a:moveTo>
                    <a:pt x="1813" y="447"/>
                  </a:moveTo>
                  <a:cubicBezTo>
                    <a:pt x="1682" y="209"/>
                    <a:pt x="1314" y="90"/>
                    <a:pt x="1000" y="42"/>
                  </a:cubicBezTo>
                  <a:cubicBezTo>
                    <a:pt x="723" y="0"/>
                    <a:pt x="385" y="9"/>
                    <a:pt x="0" y="82"/>
                  </a:cubicBezTo>
                </a:path>
              </a:pathLst>
            </a:custGeom>
            <a:noFill/>
            <a:ln w="63500" cap="flat">
              <a:solidFill>
                <a:schemeClr val="accent1"/>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lstStyle/>
            <a:p>
              <a:endParaRPr lang="zh-CN" altLang="en-US" sz="1015">
                <a:latin typeface="黑体" panose="02010609060101010101" pitchFamily="49" charset="-122"/>
                <a:ea typeface="黑体" panose="02010609060101010101" pitchFamily="49" charset="-122"/>
              </a:endParaRPr>
            </a:p>
          </p:txBody>
        </p:sp>
        <p:sp>
          <p:nvSpPr>
            <p:cNvPr id="26" name="Freeform 20"/>
            <p:cNvSpPr/>
            <p:nvPr/>
          </p:nvSpPr>
          <p:spPr bwMode="auto">
            <a:xfrm>
              <a:off x="765175" y="1903413"/>
              <a:ext cx="5332413" cy="2000250"/>
            </a:xfrm>
            <a:custGeom>
              <a:avLst/>
              <a:gdLst>
                <a:gd name="T0" fmla="*/ 1681 w 1681"/>
                <a:gd name="T1" fmla="*/ 630 h 630"/>
                <a:gd name="T2" fmla="*/ 891 w 1681"/>
                <a:gd name="T3" fmla="*/ 85 h 630"/>
                <a:gd name="T4" fmla="*/ 0 w 1681"/>
                <a:gd name="T5" fmla="*/ 22 h 630"/>
              </a:gdLst>
              <a:ahLst/>
              <a:cxnLst>
                <a:cxn ang="0">
                  <a:pos x="T0" y="T1"/>
                </a:cxn>
                <a:cxn ang="0">
                  <a:pos x="T2" y="T3"/>
                </a:cxn>
                <a:cxn ang="0">
                  <a:pos x="T4" y="T5"/>
                </a:cxn>
              </a:cxnLst>
              <a:rect l="0" t="0" r="r" b="b"/>
              <a:pathLst>
                <a:path w="1681" h="630">
                  <a:moveTo>
                    <a:pt x="1681" y="630"/>
                  </a:moveTo>
                  <a:cubicBezTo>
                    <a:pt x="1557" y="313"/>
                    <a:pt x="1212" y="170"/>
                    <a:pt x="891" y="85"/>
                  </a:cubicBezTo>
                  <a:cubicBezTo>
                    <a:pt x="620" y="13"/>
                    <a:pt x="311" y="0"/>
                    <a:pt x="0" y="22"/>
                  </a:cubicBezTo>
                </a:path>
              </a:pathLst>
            </a:custGeom>
            <a:noFill/>
            <a:ln w="63500" cap="flat">
              <a:solidFill>
                <a:schemeClr val="accent1"/>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lstStyle/>
            <a:p>
              <a:endParaRPr lang="zh-CN" altLang="en-US" sz="1015">
                <a:latin typeface="黑体" panose="02010609060101010101" pitchFamily="49" charset="-122"/>
                <a:ea typeface="黑体" panose="02010609060101010101" pitchFamily="49" charset="-122"/>
              </a:endParaRPr>
            </a:p>
          </p:txBody>
        </p:sp>
        <p:sp>
          <p:nvSpPr>
            <p:cNvPr id="27" name="Freeform 21"/>
            <p:cNvSpPr/>
            <p:nvPr/>
          </p:nvSpPr>
          <p:spPr bwMode="auto">
            <a:xfrm>
              <a:off x="6097588" y="2878138"/>
              <a:ext cx="6091238" cy="1025525"/>
            </a:xfrm>
            <a:custGeom>
              <a:avLst/>
              <a:gdLst>
                <a:gd name="T0" fmla="*/ 0 w 1920"/>
                <a:gd name="T1" fmla="*/ 323 h 323"/>
                <a:gd name="T2" fmla="*/ 710 w 1920"/>
                <a:gd name="T3" fmla="*/ 38 h 323"/>
                <a:gd name="T4" fmla="*/ 1920 w 1920"/>
                <a:gd name="T5" fmla="*/ 86 h 323"/>
              </a:gdLst>
              <a:ahLst/>
              <a:cxnLst>
                <a:cxn ang="0">
                  <a:pos x="T0" y="T1"/>
                </a:cxn>
                <a:cxn ang="0">
                  <a:pos x="T2" y="T3"/>
                </a:cxn>
                <a:cxn ang="0">
                  <a:pos x="T4" y="T5"/>
                </a:cxn>
              </a:cxnLst>
              <a:rect l="0" t="0" r="r" b="b"/>
              <a:pathLst>
                <a:path w="1920" h="323">
                  <a:moveTo>
                    <a:pt x="0" y="323"/>
                  </a:moveTo>
                  <a:cubicBezTo>
                    <a:pt x="178" y="142"/>
                    <a:pt x="410" y="77"/>
                    <a:pt x="710" y="38"/>
                  </a:cubicBezTo>
                  <a:cubicBezTo>
                    <a:pt x="992" y="2"/>
                    <a:pt x="1425" y="0"/>
                    <a:pt x="1920" y="86"/>
                  </a:cubicBezTo>
                </a:path>
              </a:pathLst>
            </a:custGeom>
            <a:noFill/>
            <a:ln w="63500" cap="flat">
              <a:solidFill>
                <a:schemeClr val="accent1"/>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lstStyle/>
            <a:p>
              <a:endParaRPr lang="zh-CN" altLang="en-US" sz="1015">
                <a:latin typeface="黑体" panose="02010609060101010101" pitchFamily="49" charset="-122"/>
                <a:ea typeface="黑体" panose="02010609060101010101" pitchFamily="49" charset="-122"/>
              </a:endParaRPr>
            </a:p>
          </p:txBody>
        </p:sp>
        <p:sp>
          <p:nvSpPr>
            <p:cNvPr id="28" name="Freeform 22"/>
            <p:cNvSpPr/>
            <p:nvPr/>
          </p:nvSpPr>
          <p:spPr bwMode="auto">
            <a:xfrm>
              <a:off x="6097588" y="2484438"/>
              <a:ext cx="5751513" cy="1419225"/>
            </a:xfrm>
            <a:custGeom>
              <a:avLst/>
              <a:gdLst>
                <a:gd name="T0" fmla="*/ 0 w 1813"/>
                <a:gd name="T1" fmla="*/ 447 h 447"/>
                <a:gd name="T2" fmla="*/ 813 w 1813"/>
                <a:gd name="T3" fmla="*/ 42 h 447"/>
                <a:gd name="T4" fmla="*/ 1813 w 1813"/>
                <a:gd name="T5" fmla="*/ 82 h 447"/>
              </a:gdLst>
              <a:ahLst/>
              <a:cxnLst>
                <a:cxn ang="0">
                  <a:pos x="T0" y="T1"/>
                </a:cxn>
                <a:cxn ang="0">
                  <a:pos x="T2" y="T3"/>
                </a:cxn>
                <a:cxn ang="0">
                  <a:pos x="T4" y="T5"/>
                </a:cxn>
              </a:cxnLst>
              <a:rect l="0" t="0" r="r" b="b"/>
              <a:pathLst>
                <a:path w="1813" h="447">
                  <a:moveTo>
                    <a:pt x="0" y="447"/>
                  </a:moveTo>
                  <a:cubicBezTo>
                    <a:pt x="130" y="209"/>
                    <a:pt x="498" y="90"/>
                    <a:pt x="813" y="42"/>
                  </a:cubicBezTo>
                  <a:cubicBezTo>
                    <a:pt x="1090" y="0"/>
                    <a:pt x="1428" y="9"/>
                    <a:pt x="1813" y="82"/>
                  </a:cubicBezTo>
                </a:path>
              </a:pathLst>
            </a:custGeom>
            <a:noFill/>
            <a:ln w="63500" cap="flat">
              <a:solidFill>
                <a:schemeClr val="accent1"/>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lstStyle/>
            <a:p>
              <a:endParaRPr lang="zh-CN" altLang="en-US" sz="1015">
                <a:latin typeface="黑体" panose="02010609060101010101" pitchFamily="49" charset="-122"/>
                <a:ea typeface="黑体" panose="02010609060101010101" pitchFamily="49" charset="-122"/>
              </a:endParaRPr>
            </a:p>
          </p:txBody>
        </p:sp>
        <p:sp>
          <p:nvSpPr>
            <p:cNvPr id="32" name="Freeform 23"/>
            <p:cNvSpPr/>
            <p:nvPr/>
          </p:nvSpPr>
          <p:spPr bwMode="auto">
            <a:xfrm>
              <a:off x="6097588" y="1903413"/>
              <a:ext cx="5332413" cy="2000250"/>
            </a:xfrm>
            <a:custGeom>
              <a:avLst/>
              <a:gdLst>
                <a:gd name="T0" fmla="*/ 0 w 1681"/>
                <a:gd name="T1" fmla="*/ 630 h 630"/>
                <a:gd name="T2" fmla="*/ 790 w 1681"/>
                <a:gd name="T3" fmla="*/ 85 h 630"/>
                <a:gd name="T4" fmla="*/ 1681 w 1681"/>
                <a:gd name="T5" fmla="*/ 22 h 630"/>
              </a:gdLst>
              <a:ahLst/>
              <a:cxnLst>
                <a:cxn ang="0">
                  <a:pos x="T0" y="T1"/>
                </a:cxn>
                <a:cxn ang="0">
                  <a:pos x="T2" y="T3"/>
                </a:cxn>
                <a:cxn ang="0">
                  <a:pos x="T4" y="T5"/>
                </a:cxn>
              </a:cxnLst>
              <a:rect l="0" t="0" r="r" b="b"/>
              <a:pathLst>
                <a:path w="1681" h="630">
                  <a:moveTo>
                    <a:pt x="0" y="630"/>
                  </a:moveTo>
                  <a:cubicBezTo>
                    <a:pt x="124" y="313"/>
                    <a:pt x="469" y="170"/>
                    <a:pt x="790" y="85"/>
                  </a:cubicBezTo>
                  <a:cubicBezTo>
                    <a:pt x="1060" y="13"/>
                    <a:pt x="1369" y="0"/>
                    <a:pt x="1681" y="22"/>
                  </a:cubicBezTo>
                </a:path>
              </a:pathLst>
            </a:custGeom>
            <a:noFill/>
            <a:ln w="63500" cap="flat">
              <a:solidFill>
                <a:schemeClr val="accent1"/>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lstStyle/>
            <a:p>
              <a:endParaRPr lang="zh-CN" altLang="en-US" sz="1015">
                <a:latin typeface="黑体" panose="02010609060101010101" pitchFamily="49" charset="-122"/>
                <a:ea typeface="黑体" panose="02010609060101010101" pitchFamily="49" charset="-122"/>
              </a:endParaRPr>
            </a:p>
          </p:txBody>
        </p:sp>
      </p:grpSp>
      <p:sp>
        <p:nvSpPr>
          <p:cNvPr id="33" name="文本框 32"/>
          <p:cNvSpPr txBox="1"/>
          <p:nvPr/>
        </p:nvSpPr>
        <p:spPr>
          <a:xfrm>
            <a:off x="1936015" y="2996208"/>
            <a:ext cx="5310939" cy="692150"/>
          </a:xfrm>
          <a:prstGeom prst="rect">
            <a:avLst/>
          </a:prstGeom>
          <a:noFill/>
        </p:spPr>
        <p:txBody>
          <a:bodyPr wrap="square" lIns="0" tIns="0" rIns="0" bIns="0" rtlCol="0">
            <a:spAutoFit/>
          </a:bodyPr>
          <a:lstStyle/>
          <a:p>
            <a:pPr algn="dist"/>
            <a:r>
              <a:rPr lang="zh-CN" altLang="en-US" sz="4500" b="1" dirty="0">
                <a:solidFill>
                  <a:schemeClr val="bg1"/>
                </a:solidFill>
                <a:latin typeface="宋体" panose="02010600030101010101" pitchFamily="2" charset="-122"/>
                <a:ea typeface="宋体" panose="02010600030101010101" pitchFamily="2" charset="-122"/>
              </a:rPr>
              <a:t>恳请老师批评指正</a:t>
            </a:r>
            <a:endParaRPr lang="zh-CN" altLang="en-US" sz="4500" b="1" dirty="0">
              <a:solidFill>
                <a:schemeClr val="bg1"/>
              </a:solidFill>
              <a:latin typeface="宋体" panose="02010600030101010101" pitchFamily="2" charset="-122"/>
              <a:ea typeface="宋体" panose="02010600030101010101" pitchFamily="2" charset="-122"/>
            </a:endParaRPr>
          </a:p>
        </p:txBody>
      </p:sp>
      <p:pic>
        <p:nvPicPr>
          <p:cNvPr id="17" name="图片 16"/>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3957503" y="970751"/>
            <a:ext cx="1108577" cy="1119393"/>
          </a:xfrm>
          <a:prstGeom prst="rect">
            <a:avLst/>
          </a:prstGeom>
        </p:spPr>
      </p:pic>
      <p:grpSp>
        <p:nvGrpSpPr>
          <p:cNvPr id="2" name="组合 11"/>
          <p:cNvGrpSpPr/>
          <p:nvPr/>
        </p:nvGrpSpPr>
        <p:grpSpPr bwMode="auto">
          <a:xfrm>
            <a:off x="3814305" y="3955877"/>
            <a:ext cx="2876059" cy="579252"/>
            <a:chOff x="2288010" y="3044215"/>
            <a:chExt cx="2875222" cy="628539"/>
          </a:xfrm>
        </p:grpSpPr>
        <p:sp>
          <p:nvSpPr>
            <p:cNvPr id="3" name="文本框 8"/>
            <p:cNvSpPr txBox="1">
              <a:spLocks noChangeArrowheads="1"/>
            </p:cNvSpPr>
            <p:nvPr/>
          </p:nvSpPr>
          <p:spPr bwMode="auto">
            <a:xfrm>
              <a:off x="2288010" y="3044215"/>
              <a:ext cx="1401672" cy="365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zh-CN" altLang="en-US" sz="1600" dirty="0">
                  <a:solidFill>
                    <a:schemeClr val="bg1"/>
                  </a:solidFill>
                  <a:latin typeface="Times New Roman" panose="02020603050405020304" pitchFamily="18" charset="0"/>
                  <a:ea typeface="宋体" panose="02010600030101010101" pitchFamily="2" charset="-122"/>
                  <a:cs typeface="Times New Roman" panose="02020603050405020304" pitchFamily="18" charset="0"/>
                </a:rPr>
                <a:t>答辩人：</a:t>
              </a:r>
              <a:r>
                <a:rPr lang="zh-CN" altLang="en-US" sz="1600" dirty="0">
                  <a:solidFill>
                    <a:schemeClr val="bg1"/>
                  </a:solidFill>
                  <a:latin typeface="Times New Roman" panose="02020603050405020304" pitchFamily="18" charset="0"/>
                  <a:ea typeface="宋体" panose="02010600030101010101" pitchFamily="2" charset="-122"/>
                  <a:cs typeface="Times New Roman" panose="02020603050405020304" pitchFamily="18" charset="0"/>
                </a:rPr>
                <a:t>刘铠</a:t>
              </a:r>
              <a:endParaRPr lang="zh-CN" altLang="en-US" sz="1600" dirty="0">
                <a:solidFill>
                  <a:schemeClr val="bg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文本框 3"/>
            <p:cNvSpPr txBox="1">
              <a:spLocks noChangeArrowheads="1"/>
            </p:cNvSpPr>
            <p:nvPr/>
          </p:nvSpPr>
          <p:spPr bwMode="auto">
            <a:xfrm>
              <a:off x="4978555" y="3333983"/>
              <a:ext cx="184677" cy="3387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endParaRPr lang="zh-CN" altLang="en-US" sz="1600" dirty="0">
                <a:solidFill>
                  <a:schemeClr val="bg1"/>
                </a:solidFill>
                <a:latin typeface="思源黑体 CN Normal" panose="020B0400000000000000" charset="-122"/>
                <a:ea typeface="思源黑体 CN Normal" panose="020B0400000000000000" charset="-122"/>
              </a:endParaRPr>
            </a:p>
          </p:txBody>
        </p:sp>
      </p:grpSp>
      <p:sp>
        <p:nvSpPr>
          <p:cNvPr id="5" name="文本框 4"/>
          <p:cNvSpPr txBox="1"/>
          <p:nvPr/>
        </p:nvSpPr>
        <p:spPr>
          <a:xfrm>
            <a:off x="2588564" y="4379026"/>
            <a:ext cx="3961534" cy="337185"/>
          </a:xfrm>
          <a:prstGeom prst="rect">
            <a:avLst/>
          </a:prstGeom>
          <a:noFill/>
        </p:spPr>
        <p:txBody>
          <a:bodyPr wrap="square" rtlCol="0">
            <a:spAutoFit/>
          </a:bodyPr>
          <a:lstStyle/>
          <a:p>
            <a:pPr algn="ctr"/>
            <a:r>
              <a:rPr lang="zh-CN" altLang="en-US" sz="1600" dirty="0">
                <a:solidFill>
                  <a:schemeClr val="bg1"/>
                </a:solidFill>
                <a:latin typeface="Times New Roman" panose="02020603050405020304" pitchFamily="18" charset="0"/>
                <a:ea typeface="宋体" panose="02010600030101010101" pitchFamily="2" charset="-122"/>
                <a:cs typeface="Times New Roman" panose="02020603050405020304" pitchFamily="18" charset="0"/>
              </a:rPr>
              <a:t>时间：</a:t>
            </a:r>
            <a:r>
              <a:rPr lang="en-US" altLang="zh-CN" sz="1600" dirty="0">
                <a:solidFill>
                  <a:schemeClr val="bg1"/>
                </a:solidFill>
                <a:latin typeface="Times New Roman" panose="02020603050405020304" pitchFamily="18" charset="0"/>
                <a:ea typeface="宋体" panose="02010600030101010101" pitchFamily="2" charset="-122"/>
                <a:cs typeface="Times New Roman" panose="02020603050405020304" pitchFamily="18" charset="0"/>
              </a:rPr>
              <a:t>2025.5.21</a:t>
            </a:r>
            <a:endParaRPr lang="zh-CN" altLang="en-US" sz="1600" dirty="0">
              <a:solidFill>
                <a:schemeClr val="bg1"/>
              </a:solidFill>
              <a:latin typeface="Times New Roman" panose="02020603050405020304" pitchFamily="18" charset="0"/>
              <a:ea typeface="宋体" panose="02010600030101010101" pitchFamily="2" charset="-122"/>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1500"/>
    </mc:Choice>
    <mc:Fallback>
      <p:transition spd="slow"/>
    </mc:Fallback>
  </mc:AlternateContent>
</p:sld>
</file>

<file path=ppt/tags/tag1.xml><?xml version="1.0" encoding="utf-8"?>
<p:tagLst xmlns:p="http://schemas.openxmlformats.org/presentationml/2006/main">
  <p:tag name="KSO_WM_DIAGRAM_VIRTUALLY_FRAME" val="{&quot;height&quot;:163.26795275590553,&quot;left&quot;:17.09070866141733,&quot;top&quot;:91.56677165354331,&quot;width&quot;:663.6774015748031}"/>
</p:tagLst>
</file>

<file path=ppt/tags/tag2.xml><?xml version="1.0" encoding="utf-8"?>
<p:tagLst xmlns:p="http://schemas.openxmlformats.org/presentationml/2006/main">
  <p:tag name="KSO_WM_DIAGRAM_VIRTUALLY_FRAME" val="{&quot;height&quot;:163.26795275590553,&quot;left&quot;:17.09070866141733,&quot;top&quot;:91.56677165354331,&quot;width&quot;:663.6774015748031}"/>
</p:tagLst>
</file>

<file path=ppt/tags/tag3.xml><?xml version="1.0" encoding="utf-8"?>
<p:tagLst xmlns:p="http://schemas.openxmlformats.org/presentationml/2006/main">
  <p:tag name="KSO_WM_DIAGRAM_VIRTUALLY_FRAME" val="{&quot;height&quot;:163.26795275590553,&quot;left&quot;:17.09070866141733,&quot;top&quot;:91.56677165354331,&quot;width&quot;:663.6774015748031}"/>
</p:tagLst>
</file>

<file path=ppt/tags/tag4.xml><?xml version="1.0" encoding="utf-8"?>
<p:tagLst xmlns:p="http://schemas.openxmlformats.org/presentationml/2006/main">
  <p:tag name="KSO_WM_DIAGRAM_VIRTUALLY_FRAME" val="{&quot;height&quot;:163.26795275590553,&quot;left&quot;:17.09070866141733,&quot;top&quot;:91.56677165354331,&quot;width&quot;:663.6774015748031}"/>
</p:tagLst>
</file>

<file path=ppt/tags/tag5.xml><?xml version="1.0" encoding="utf-8"?>
<p:tagLst xmlns:p="http://schemas.openxmlformats.org/presentationml/2006/main">
  <p:tag name="KSO_WM_DIAGRAM_VIRTUALLY_FRAME" val="{&quot;height&quot;:163.26795275590553,&quot;left&quot;:17.09070866141733,&quot;top&quot;:91.56677165354331,&quot;width&quot;:663.6774015748031}"/>
</p:tagLst>
</file>

<file path=ppt/tags/tag6.xml><?xml version="1.0" encoding="utf-8"?>
<p:tagLst xmlns:p="http://schemas.openxmlformats.org/presentationml/2006/main">
  <p:tag name="KSO_WM_DIAGRAM_VIRTUALLY_FRAME" val="{&quot;height&quot;:163.26795275590553,&quot;left&quot;:17.09070866141733,&quot;top&quot;:91.56677165354331,&quot;width&quot;:663.6774015748031}"/>
</p:tagLst>
</file>

<file path=ppt/tags/tag7.xml><?xml version="1.0" encoding="utf-8"?>
<p:tagLst xmlns:p="http://schemas.openxmlformats.org/presentationml/2006/main">
  <p:tag name="KSO_WM_DIAGRAM_VIRTUALLY_FRAME" val="{&quot;height&quot;:163.26795275590553,&quot;left&quot;:17.09070866141733,&quot;top&quot;:91.56677165354331,&quot;width&quot;:663.6774015748031}"/>
</p:tagLst>
</file>

<file path=ppt/tags/tag8.xml><?xml version="1.0" encoding="utf-8"?>
<p:tagLst xmlns:p="http://schemas.openxmlformats.org/presentationml/2006/main">
  <p:tag name="KSO_WM_DIAGRAM_VIRTUALLY_FRAME" val="{&quot;height&quot;:163.26795275590553,&quot;left&quot;:17.09070866141733,&quot;top&quot;:91.56677165354331,&quot;width&quot;:663.6774015748031}"/>
</p:tagLst>
</file>

<file path=ppt/tags/tag9.xml><?xml version="1.0" encoding="utf-8"?>
<p:tagLst xmlns:p="http://schemas.openxmlformats.org/presentationml/2006/main">
  <p:tag name="KSO_WM_DIAGRAM_VIRTUALLY_FRAME" val="{&quot;height&quot;:163.26795275590553,&quot;left&quot;:17.09070866141733,&quot;top&quot;:91.56677165354331,&quot;width&quot;:663.6774015748031}"/>
</p:tagLst>
</file>

<file path=ppt/tags/tag10.xml><?xml version="1.0" encoding="utf-8"?>
<p:tagLst xmlns:p="http://schemas.openxmlformats.org/presentationml/2006/main">
  <p:tag name="KSO_WM_DIAGRAM_VIRTUALLY_FRAME" val="{&quot;height&quot;:163.26795275590553,&quot;left&quot;:17.09070866141733,&quot;top&quot;:91.56677165354331,&quot;width&quot;:663.6774015748031}"/>
</p:tagLst>
</file>

<file path=ppt/tags/tag11.xml><?xml version="1.0" encoding="utf-8"?>
<p:tagLst xmlns:p="http://schemas.openxmlformats.org/presentationml/2006/main">
  <p:tag name="KSO_WM_DIAGRAM_VIRTUALLY_FRAME" val="{&quot;height&quot;:163.26795275590553,&quot;left&quot;:17.09070866141733,&quot;top&quot;:91.56677165354331,&quot;width&quot;:663.6774015748031}"/>
</p:tagLst>
</file>

<file path=ppt/tags/tag12.xml><?xml version="1.0" encoding="utf-8"?>
<p:tagLst xmlns:p="http://schemas.openxmlformats.org/presentationml/2006/main">
  <p:tag name="KSO_WM_DIAGRAM_VIRTUALLY_FRAME" val="{&quot;height&quot;:163.26795275590553,&quot;left&quot;:17.09070866141733,&quot;top&quot;:91.56677165354331,&quot;width&quot;:663.6774015748031}"/>
</p:tagLst>
</file>

<file path=ppt/tags/tag13.xml><?xml version="1.0" encoding="utf-8"?>
<p:tagLst xmlns:p="http://schemas.openxmlformats.org/presentationml/2006/main">
  <p:tag name="KSO_WM_DIAGRAM_VIRTUALLY_FRAME" val="{&quot;height&quot;:163.26795275590553,&quot;left&quot;:17.09070866141733,&quot;top&quot;:91.56677165354331,&quot;width&quot;:663.6774015748031}"/>
</p:tagLst>
</file>

<file path=ppt/tags/tag14.xml><?xml version="1.0" encoding="utf-8"?>
<p:tagLst xmlns:p="http://schemas.openxmlformats.org/presentationml/2006/main">
  <p:tag name="KSO_WM_DIAGRAM_VIRTUALLY_FRAME" val="{&quot;height&quot;:163.26795275590553,&quot;left&quot;:17.09070866141733,&quot;top&quot;:91.56677165354331,&quot;width&quot;:663.6774015748031}"/>
</p:tagLst>
</file>

<file path=ppt/tags/tag15.xml><?xml version="1.0" encoding="utf-8"?>
<p:tagLst xmlns:p="http://schemas.openxmlformats.org/presentationml/2006/main">
  <p:tag name="KSO_WM_DIAGRAM_VIRTUALLY_FRAME" val="{&quot;height&quot;:163.26795275590553,&quot;left&quot;:17.09070866141733,&quot;top&quot;:91.56677165354331,&quot;width&quot;:663.6774015748031}"/>
</p:tagLst>
</file>

<file path=ppt/tags/tag16.xml><?xml version="1.0" encoding="utf-8"?>
<p:tagLst xmlns:p="http://schemas.openxmlformats.org/presentationml/2006/main">
  <p:tag name="KSO_WM_DIAGRAM_VIRTUALLY_FRAME" val="{&quot;height&quot;:163.26795275590553,&quot;left&quot;:17.09070866141733,&quot;top&quot;:91.56677165354331,&quot;width&quot;:663.6774015748031}"/>
</p:tagLst>
</file>

<file path=ppt/tags/tag17.xml><?xml version="1.0" encoding="utf-8"?>
<p:tagLst xmlns:p="http://schemas.openxmlformats.org/presentationml/2006/main">
  <p:tag name="KSO_WM_DIAGRAM_VIRTUALLY_FRAME" val="{&quot;height&quot;:163.26795275590553,&quot;left&quot;:17.09070866141733,&quot;top&quot;:91.56677165354331,&quot;width&quot;:663.6774015748031}"/>
</p:tagLst>
</file>

<file path=ppt/tags/tag18.xml><?xml version="1.0" encoding="utf-8"?>
<p:tagLst xmlns:p="http://schemas.openxmlformats.org/presentationml/2006/main">
  <p:tag name="KSO_WM_DIAGRAM_VIRTUALLY_FRAME" val="{&quot;height&quot;:163.26795275590553,&quot;left&quot;:17.09070866141733,&quot;top&quot;:91.56677165354331,&quot;width&quot;:663.6774015748031}"/>
</p:tagLst>
</file>

<file path=ppt/tags/tag19.xml><?xml version="1.0" encoding="utf-8"?>
<p:tagLst xmlns:p="http://schemas.openxmlformats.org/presentationml/2006/main">
  <p:tag name="KSO_WM_DIAGRAM_VIRTUALLY_FRAME" val="{&quot;height&quot;:163.26795275590553,&quot;left&quot;:17.09070866141733,&quot;top&quot;:91.56677165354331,&quot;width&quot;:663.6774015748031}"/>
</p:tagLst>
</file>

<file path=ppt/tags/tag20.xml><?xml version="1.0" encoding="utf-8"?>
<p:tagLst xmlns:p="http://schemas.openxmlformats.org/presentationml/2006/main">
  <p:tag name="KSO_WM_DIAGRAM_VIRTUALLY_FRAME" val="{&quot;height&quot;:163.26795275590553,&quot;left&quot;:17.09070866141733,&quot;top&quot;:91.56677165354331,&quot;width&quot;:663.6774015748031}"/>
</p:tagLst>
</file>

<file path=ppt/tags/tag21.xml><?xml version="1.0" encoding="utf-8"?>
<p:tagLst xmlns:p="http://schemas.openxmlformats.org/presentationml/2006/main">
  <p:tag name="KSO_WM_DIAGRAM_VIRTUALLY_FRAME" val="{&quot;height&quot;:163.26795275590553,&quot;left&quot;:17.09070866141733,&quot;top&quot;:91.56677165354331,&quot;width&quot;:663.6774015748031}"/>
</p:tagLst>
</file>

<file path=ppt/tags/tag22.xml><?xml version="1.0" encoding="utf-8"?>
<p:tagLst xmlns:p="http://schemas.openxmlformats.org/presentationml/2006/main">
  <p:tag name="KSO_WM_DIAGRAM_VIRTUALLY_FRAME" val="{&quot;height&quot;:163.26795275590553,&quot;left&quot;:17.09070866141733,&quot;top&quot;:91.56677165354331,&quot;width&quot;:663.6774015748031}"/>
</p:tagLst>
</file>

<file path=ppt/tags/tag23.xml><?xml version="1.0" encoding="utf-8"?>
<p:tagLst xmlns:p="http://schemas.openxmlformats.org/presentationml/2006/main">
  <p:tag name="KSO_WM_DIAGRAM_VIRTUALLY_FRAME" val="{&quot;height&quot;:163.26795275590553,&quot;left&quot;:17.09070866141733,&quot;top&quot;:91.56677165354331,&quot;width&quot;:663.6774015748031}"/>
</p:tagLst>
</file>

<file path=ppt/tags/tag24.xml><?xml version="1.0" encoding="utf-8"?>
<p:tagLst xmlns:p="http://schemas.openxmlformats.org/presentationml/2006/main">
  <p:tag name="KSO_WM_DIAGRAM_VIRTUALLY_FRAME" val="{&quot;height&quot;:163.26795275590553,&quot;left&quot;:17.09070866141733,&quot;top&quot;:91.56677165354331,&quot;width&quot;:663.6774015748031}"/>
</p:tagLst>
</file>

<file path=ppt/tags/tag25.xml><?xml version="1.0" encoding="utf-8"?>
<p:tagLst xmlns:p="http://schemas.openxmlformats.org/presentationml/2006/main">
  <p:tag name="KSO_WM_DIAGRAM_VIRTUALLY_FRAME" val="{&quot;height&quot;:163.26795275590553,&quot;left&quot;:17.09070866141733,&quot;top&quot;:91.56677165354331,&quot;width&quot;:663.6774015748031}"/>
</p:tagLst>
</file>

<file path=ppt/tags/tag26.xml><?xml version="1.0" encoding="utf-8"?>
<p:tagLst xmlns:p="http://schemas.openxmlformats.org/presentationml/2006/main">
  <p:tag name="KSO_WM_DIAGRAM_VIRTUALLY_FRAME" val="{&quot;height&quot;:163.26795275590553,&quot;left&quot;:17.09070866141733,&quot;top&quot;:91.56677165354331,&quot;width&quot;:663.6774015748031}"/>
</p:tagLst>
</file>

<file path=ppt/tags/tag27.xml><?xml version="1.0" encoding="utf-8"?>
<p:tagLst xmlns:p="http://schemas.openxmlformats.org/presentationml/2006/main">
  <p:tag name="KSO_WM_DIAGRAM_VIRTUALLY_FRAME" val="{&quot;height&quot;:163.26795275590553,&quot;left&quot;:17.09070866141733,&quot;top&quot;:91.56677165354331,&quot;width&quot;:663.6774015748031}"/>
</p:tagLst>
</file>

<file path=ppt/tags/tag28.xml><?xml version="1.0" encoding="utf-8"?>
<p:tagLst xmlns:p="http://schemas.openxmlformats.org/presentationml/2006/main">
  <p:tag name="KSO_WM_DIAGRAM_VIRTUALLY_FRAME" val="{&quot;height&quot;:163.26795275590553,&quot;left&quot;:17.09070866141733,&quot;top&quot;:91.56677165354331,&quot;width&quot;:663.6774015748031}"/>
</p:tagLst>
</file>

<file path=ppt/tags/tag29.xml><?xml version="1.0" encoding="utf-8"?>
<p:tagLst xmlns:p="http://schemas.openxmlformats.org/presentationml/2006/main">
  <p:tag name="KSO_WM_DIAGRAM_VIRTUALLY_FRAME" val="{&quot;height&quot;:393.99771653543314,&quot;left&quot;:33.69937007874016,&quot;top&quot;:75.0511811023622,&quot;width&quot;:848.1012598425195}"/>
</p:tagLst>
</file>

<file path=ppt/tags/tag30.xml><?xml version="1.0" encoding="utf-8"?>
<p:tagLst xmlns:p="http://schemas.openxmlformats.org/presentationml/2006/main">
  <p:tag name="KSO_WM_DIAGRAM_VIRTUALLY_FRAME" val="{&quot;height&quot;:393.99771653543314,&quot;left&quot;:33.69937007874016,&quot;top&quot;:75.0511811023622,&quot;width&quot;:848.1012598425195}"/>
</p:tagLst>
</file>

<file path=ppt/tags/tag31.xml><?xml version="1.0" encoding="utf-8"?>
<p:tagLst xmlns:p="http://schemas.openxmlformats.org/presentationml/2006/main">
  <p:tag name="KSO_WM_DIAGRAM_VIRTUALLY_FRAME" val="{&quot;height&quot;:393.99771653543314,&quot;left&quot;:33.69937007874016,&quot;top&quot;:75.0511811023622,&quot;width&quot;:848.1012598425195}"/>
</p:tagLst>
</file>

<file path=ppt/tags/tag32.xml><?xml version="1.0" encoding="utf-8"?>
<p:tagLst xmlns:p="http://schemas.openxmlformats.org/presentationml/2006/main">
  <p:tag name="KSO_WM_DIAGRAM_VIRTUALLY_FRAME" val="{&quot;height&quot;:393.99771653543314,&quot;left&quot;:33.69937007874016,&quot;top&quot;:75.0511811023622,&quot;width&quot;:848.1012598425195}"/>
</p:tagLst>
</file>

<file path=ppt/tags/tag33.xml><?xml version="1.0" encoding="utf-8"?>
<p:tagLst xmlns:p="http://schemas.openxmlformats.org/presentationml/2006/main">
  <p:tag name="KSO_WM_DIAGRAM_VIRTUALLY_FRAME" val="{&quot;height&quot;:393.99771653543314,&quot;left&quot;:33.69937007874016,&quot;top&quot;:75.0511811023622,&quot;width&quot;:848.1012598425195}"/>
</p:tagLst>
</file>

<file path=ppt/tags/tag34.xml><?xml version="1.0" encoding="utf-8"?>
<p:tagLst xmlns:p="http://schemas.openxmlformats.org/presentationml/2006/main">
  <p:tag name="KSO_WM_DIAGRAM_VIRTUALLY_FRAME" val="{&quot;height&quot;:393.99771653543314,&quot;left&quot;:33.69937007874016,&quot;top&quot;:75.0511811023622,&quot;width&quot;:848.1012598425195}"/>
</p:tagLst>
</file>

<file path=ppt/tags/tag35.xml><?xml version="1.0" encoding="utf-8"?>
<p:tagLst xmlns:p="http://schemas.openxmlformats.org/presentationml/2006/main">
  <p:tag name="KSO_WM_DIAGRAM_VIRTUALLY_FRAME" val="{&quot;height&quot;:393.99771653543314,&quot;left&quot;:33.69937007874016,&quot;top&quot;:75.0511811023622,&quot;width&quot;:848.1012598425195}"/>
</p:tagLst>
</file>

<file path=ppt/tags/tag36.xml><?xml version="1.0" encoding="utf-8"?>
<p:tagLst xmlns:p="http://schemas.openxmlformats.org/presentationml/2006/main">
  <p:tag name="KSO_WM_DIAGRAM_VIRTUALLY_FRAME" val="{&quot;height&quot;:393.99771653543314,&quot;left&quot;:33.69937007874016,&quot;top&quot;:75.0511811023622,&quot;width&quot;:848.1012598425195}"/>
</p:tagLst>
</file>

<file path=ppt/tags/tag37.xml><?xml version="1.0" encoding="utf-8"?>
<p:tagLst xmlns:p="http://schemas.openxmlformats.org/presentationml/2006/main">
  <p:tag name="KSO_WM_DIAGRAM_VIRTUALLY_FRAME" val="{&quot;height&quot;:393.99771653543314,&quot;left&quot;:33.69937007874016,&quot;top&quot;:75.0511811023622,&quot;width&quot;:848.1012598425195}"/>
</p:tagLst>
</file>

<file path=ppt/tags/tag38.xml><?xml version="1.0" encoding="utf-8"?>
<p:tagLst xmlns:p="http://schemas.openxmlformats.org/presentationml/2006/main">
  <p:tag name="KSO_WM_DIAGRAM_VIRTUALLY_FRAME" val="{&quot;height&quot;:393.99771653543314,&quot;left&quot;:33.69937007874016,&quot;top&quot;:75.0511811023622,&quot;width&quot;:848.1012598425195}"/>
</p:tagLst>
</file>

<file path=ppt/tags/tag39.xml><?xml version="1.0" encoding="utf-8"?>
<p:tagLst xmlns:p="http://schemas.openxmlformats.org/presentationml/2006/main">
  <p:tag name="KSO_WM_DIAGRAM_VIRTUALLY_FRAME" val="{&quot;height&quot;:393.99771653543314,&quot;left&quot;:33.69937007874016,&quot;top&quot;:75.0511811023622,&quot;width&quot;:848.1012598425195}"/>
</p:tagLst>
</file>

<file path=ppt/tags/tag40.xml><?xml version="1.0" encoding="utf-8"?>
<p:tagLst xmlns:p="http://schemas.openxmlformats.org/presentationml/2006/main">
  <p:tag name="KSO_WM_DIAGRAM_VIRTUALLY_FRAME" val="{&quot;height&quot;:393.99771653543314,&quot;left&quot;:33.69937007874016,&quot;top&quot;:75.0511811023622,&quot;width&quot;:848.1012598425195}"/>
</p:tagLst>
</file>

<file path=ppt/tags/tag41.xml><?xml version="1.0" encoding="utf-8"?>
<p:tagLst xmlns:p="http://schemas.openxmlformats.org/presentationml/2006/main">
  <p:tag name="KSO_WM_DIAGRAM_VIRTUALLY_FRAME" val="{&quot;height&quot;:393.99771653543314,&quot;left&quot;:33.69937007874016,&quot;top&quot;:75.0511811023622,&quot;width&quot;:848.1012598425195}"/>
</p:tagLst>
</file>

<file path=ppt/tags/tag42.xml><?xml version="1.0" encoding="utf-8"?>
<p:tagLst xmlns:p="http://schemas.openxmlformats.org/presentationml/2006/main">
  <p:tag name="KSO_WM_DIAGRAM_VIRTUALLY_FRAME" val="{&quot;height&quot;:393.99771653543314,&quot;left&quot;:33.69937007874016,&quot;top&quot;:75.0511811023622,&quot;width&quot;:848.1012598425195}"/>
</p:tagLst>
</file>

<file path=ppt/tags/tag43.xml><?xml version="1.0" encoding="utf-8"?>
<p:tagLst xmlns:p="http://schemas.openxmlformats.org/presentationml/2006/main">
  <p:tag name="KSO_WM_DIAGRAM_VIRTUALLY_FRAME" val="{&quot;height&quot;:393.99771653543314,&quot;left&quot;:33.69937007874016,&quot;top&quot;:75.0511811023622,&quot;width&quot;:848.1012598425195}"/>
</p:tagLst>
</file>

<file path=ppt/tags/tag44.xml><?xml version="1.0" encoding="utf-8"?>
<p:tagLst xmlns:p="http://schemas.openxmlformats.org/presentationml/2006/main">
  <p:tag name="KSO_WM_DIAGRAM_VIRTUALLY_FRAME" val="{&quot;height&quot;:508.45582677165356,&quot;left&quot;:27.607795275590554,&quot;top&quot;:62.331417322834646,&quot;width&quot;:993.4289763779528}"/>
</p:tagLst>
</file>

<file path=ppt/tags/tag45.xml><?xml version="1.0" encoding="utf-8"?>
<p:tagLst xmlns:p="http://schemas.openxmlformats.org/presentationml/2006/main">
  <p:tag name="KSO_WM_DIAGRAM_VIRTUALLY_FRAME" val="{&quot;height&quot;:508.45582677165356,&quot;left&quot;:27.607795275590554,&quot;top&quot;:62.331417322834646,&quot;width&quot;:993.4289763779528}"/>
</p:tagLst>
</file>

<file path=ppt/tags/tag46.xml><?xml version="1.0" encoding="utf-8"?>
<p:tagLst xmlns:p="http://schemas.openxmlformats.org/presentationml/2006/main">
  <p:tag name="KSO_WM_DIAGRAM_VIRTUALLY_FRAME" val="{&quot;height&quot;:508.45582677165356,&quot;left&quot;:27.607795275590554,&quot;top&quot;:62.331417322834646,&quot;width&quot;:993.4289763779528}"/>
</p:tagLst>
</file>

<file path=ppt/tags/tag47.xml><?xml version="1.0" encoding="utf-8"?>
<p:tagLst xmlns:p="http://schemas.openxmlformats.org/presentationml/2006/main">
  <p:tag name="KSO_WM_DIAGRAM_VIRTUALLY_FRAME" val="{&quot;height&quot;:508.45582677165356,&quot;left&quot;:27.607795275590554,&quot;top&quot;:62.331417322834646,&quot;width&quot;:993.4289763779528}"/>
</p:tagLst>
</file>

<file path=ppt/tags/tag48.xml><?xml version="1.0" encoding="utf-8"?>
<p:tagLst xmlns:p="http://schemas.openxmlformats.org/presentationml/2006/main">
  <p:tag name="KSO_WM_DIAGRAM_VIRTUALLY_FRAME" val="{&quot;height&quot;:508.45582677165356,&quot;left&quot;:27.607795275590554,&quot;top&quot;:62.331417322834646,&quot;width&quot;:993.4289763779528}"/>
</p:tagLst>
</file>

<file path=ppt/tags/tag49.xml><?xml version="1.0" encoding="utf-8"?>
<p:tagLst xmlns:p="http://schemas.openxmlformats.org/presentationml/2006/main">
  <p:tag name="KSO_WM_DIAGRAM_VIRTUALLY_FRAME" val="{&quot;height&quot;:508.45582677165356,&quot;left&quot;:27.607795275590554,&quot;top&quot;:62.331417322834646,&quot;width&quot;:993.4289763779528}"/>
</p:tagLst>
</file>

<file path=ppt/tags/tag50.xml><?xml version="1.0" encoding="utf-8"?>
<p:tagLst xmlns:p="http://schemas.openxmlformats.org/presentationml/2006/main">
  <p:tag name="KSO_WM_DIAGRAM_VIRTUALLY_FRAME" val="{&quot;height&quot;:508.45582677165356,&quot;left&quot;:27.607795275590554,&quot;top&quot;:62.331417322834646,&quot;width&quot;:993.4289763779528}"/>
</p:tagLst>
</file>

<file path=ppt/tags/tag51.xml><?xml version="1.0" encoding="utf-8"?>
<p:tagLst xmlns:p="http://schemas.openxmlformats.org/presentationml/2006/main">
  <p:tag name="KSO_WM_DIAGRAM_VIRTUALLY_FRAME" val="{&quot;height&quot;:508.45582677165356,&quot;left&quot;:27.607795275590554,&quot;top&quot;:62.331417322834646,&quot;width&quot;:993.4289763779528}"/>
</p:tagLst>
</file>

<file path=ppt/tags/tag52.xml><?xml version="1.0" encoding="utf-8"?>
<p:tagLst xmlns:p="http://schemas.openxmlformats.org/presentationml/2006/main">
  <p:tag name="KSO_WM_DIAGRAM_VIRTUALLY_FRAME" val="{&quot;height&quot;:508.45582677165356,&quot;left&quot;:27.607795275590554,&quot;top&quot;:62.331417322834646,&quot;width&quot;:993.4289763779528}"/>
</p:tagLst>
</file>

<file path=ppt/tags/tag53.xml><?xml version="1.0" encoding="utf-8"?>
<p:tagLst xmlns:p="http://schemas.openxmlformats.org/presentationml/2006/main">
  <p:tag name="KSO_WM_DIAGRAM_VIRTUALLY_FRAME" val="{&quot;height&quot;:508.45582677165356,&quot;left&quot;:27.607795275590554,&quot;top&quot;:62.331417322834646,&quot;width&quot;:993.4289763779528}"/>
</p:tagLst>
</file>

<file path=ppt/tags/tag54.xml><?xml version="1.0" encoding="utf-8"?>
<p:tagLst xmlns:p="http://schemas.openxmlformats.org/presentationml/2006/main">
  <p:tag name="KSO_WM_DIAGRAM_VIRTUALLY_FRAME" val="{&quot;height&quot;:508.45582677165356,&quot;left&quot;:27.607795275590554,&quot;top&quot;:62.331417322834646,&quot;width&quot;:993.4289763779528}"/>
</p:tagLst>
</file>

<file path=ppt/tags/tag55.xml><?xml version="1.0" encoding="utf-8"?>
<p:tagLst xmlns:p="http://schemas.openxmlformats.org/presentationml/2006/main">
  <p:tag name="KSO_WM_DIAGRAM_VIRTUALLY_FRAME" val="{&quot;height&quot;:508.45582677165356,&quot;left&quot;:27.607795275590554,&quot;top&quot;:62.331417322834646,&quot;width&quot;:993.4289763779528}"/>
</p:tagLst>
</file>

<file path=ppt/tags/tag56.xml><?xml version="1.0" encoding="utf-8"?>
<p:tagLst xmlns:p="http://schemas.openxmlformats.org/presentationml/2006/main">
  <p:tag name="KSO_WM_DIAGRAM_VIRTUALLY_FRAME" val="{&quot;height&quot;:251.03182531161573,&quot;left&quot;:58.837244094488234,&quot;top&quot;:76.50669291338582,&quot;width&quot;:551.4960632324219}"/>
</p:tagLst>
</file>

<file path=ppt/tags/tag57.xml><?xml version="1.0" encoding="utf-8"?>
<p:tagLst xmlns:p="http://schemas.openxmlformats.org/presentationml/2006/main">
  <p:tag name="KSO_WM_DIAGRAM_VIRTUALLY_FRAME" val="{&quot;height&quot;:251.03182531161573,&quot;left&quot;:58.837244094488234,&quot;top&quot;:76.50669291338582,&quot;width&quot;:551.4960632324219}"/>
</p:tagLst>
</file>

<file path=ppt/tags/tag58.xml><?xml version="1.0" encoding="utf-8"?>
<p:tagLst xmlns:p="http://schemas.openxmlformats.org/presentationml/2006/main">
  <p:tag name="KSO_WM_DIAGRAM_VIRTUALLY_FRAME" val="{&quot;height&quot;:251.03182531161573,&quot;left&quot;:58.837244094488234,&quot;top&quot;:76.50669291338582,&quot;width&quot;:551.4960632324219}"/>
</p:tagLst>
</file>

<file path=ppt/tags/tag59.xml><?xml version="1.0" encoding="utf-8"?>
<p:tagLst xmlns:p="http://schemas.openxmlformats.org/presentationml/2006/main">
  <p:tag name="KSO_WM_DIAGRAM_VIRTUALLY_FRAME" val="{&quot;height&quot;:251.03182531161573,&quot;left&quot;:58.837244094488234,&quot;top&quot;:76.50669291338582,&quot;width&quot;:551.4960632324219}"/>
</p:tagLst>
</file>

<file path=ppt/tags/tag60.xml><?xml version="1.0" encoding="utf-8"?>
<p:tagLst xmlns:p="http://schemas.openxmlformats.org/presentationml/2006/main">
  <p:tag name="KSO_WM_DIAGRAM_VIRTUALLY_FRAME" val="{&quot;height&quot;:251.03182531161573,&quot;left&quot;:58.837244094488234,&quot;top&quot;:76.50669291338582,&quot;width&quot;:551.4960632324219}"/>
</p:tagLst>
</file>

<file path=ppt/tags/tag61.xml><?xml version="1.0" encoding="utf-8"?>
<p:tagLst xmlns:p="http://schemas.openxmlformats.org/presentationml/2006/main">
  <p:tag name="KSO_WM_DIAGRAM_VIRTUALLY_FRAME" val="{&quot;height&quot;:251.03182531161573,&quot;left&quot;:58.837244094488234,&quot;top&quot;:76.50669291338582,&quot;width&quot;:551.4960632324219}"/>
</p:tagLst>
</file>

<file path=ppt/tags/tag62.xml><?xml version="1.0" encoding="utf-8"?>
<p:tagLst xmlns:p="http://schemas.openxmlformats.org/presentationml/2006/main">
  <p:tag name="KSO_WM_DIAGRAM_VIRTUALLY_FRAME" val="{&quot;height&quot;:251.03182531161573,&quot;left&quot;:58.837244094488234,&quot;top&quot;:76.50669291338582,&quot;width&quot;:551.4960632324219}"/>
</p:tagLst>
</file>

<file path=ppt/tags/tag63.xml><?xml version="1.0" encoding="utf-8"?>
<p:tagLst xmlns:p="http://schemas.openxmlformats.org/presentationml/2006/main">
  <p:tag name="KSO_WM_DIAGRAM_VIRTUALLY_FRAME" val="{&quot;height&quot;:251.03182531161573,&quot;left&quot;:58.837244094488234,&quot;top&quot;:76.50669291338582,&quot;width&quot;:551.4960632324219}"/>
</p:tagLst>
</file>

<file path=ppt/tags/tag64.xml><?xml version="1.0" encoding="utf-8"?>
<p:tagLst xmlns:p="http://schemas.openxmlformats.org/presentationml/2006/main">
  <p:tag name="KSO_WM_DIAGRAM_VIRTUALLY_FRAME" val="{&quot;height&quot;:251.03182531161573,&quot;left&quot;:58.837244094488234,&quot;top&quot;:76.50669291338582,&quot;width&quot;:551.4960632324219}"/>
</p:tagLst>
</file>

<file path=ppt/tags/tag65.xml><?xml version="1.0" encoding="utf-8"?>
<p:tagLst xmlns:p="http://schemas.openxmlformats.org/presentationml/2006/main">
  <p:tag name="KSO_WM_DIAGRAM_VIRTUALLY_FRAME" val="{&quot;height&quot;:201.9232283464567,&quot;left&quot;:0.5374803149606123,&quot;top&quot;:134.9767716535433,&quot;width&quot;:703.8576262610728}"/>
</p:tagLst>
</file>

<file path=ppt/tags/tag66.xml><?xml version="1.0" encoding="utf-8"?>
<p:tagLst xmlns:p="http://schemas.openxmlformats.org/presentationml/2006/main">
  <p:tag name="KSO_WM_DIAGRAM_VIRTUALLY_FRAME" val="{&quot;height&quot;:201.9232283464567,&quot;left&quot;:0.5374803149606123,&quot;top&quot;:134.9767716535433,&quot;width&quot;:703.8576262610728}"/>
</p:tagLst>
</file>

<file path=ppt/tags/tag67.xml><?xml version="1.0" encoding="utf-8"?>
<p:tagLst xmlns:p="http://schemas.openxmlformats.org/presentationml/2006/main">
  <p:tag name="KSO_WM_DIAGRAM_VIRTUALLY_FRAME" val="{&quot;height&quot;:201.9232283464567,&quot;left&quot;:0.5374803149606123,&quot;top&quot;:134.9767716535433,&quot;width&quot;:703.8576262610728}"/>
</p:tagLst>
</file>

<file path=ppt/tags/tag68.xml><?xml version="1.0" encoding="utf-8"?>
<p:tagLst xmlns:p="http://schemas.openxmlformats.org/presentationml/2006/main">
  <p:tag name="KSO_WM_DIAGRAM_VIRTUALLY_FRAME" val="{&quot;height&quot;:201.9232283464567,&quot;left&quot;:0.5374803149606123,&quot;top&quot;:134.9767716535433,&quot;width&quot;:703.8576262610728}"/>
</p:tagLst>
</file>

<file path=ppt/tags/tag69.xml><?xml version="1.0" encoding="utf-8"?>
<p:tagLst xmlns:p="http://schemas.openxmlformats.org/presentationml/2006/main">
  <p:tag name="KSO_WM_DIAGRAM_VIRTUALLY_FRAME" val="{&quot;height&quot;:201.9232283464567,&quot;left&quot;:0.5374803149606123,&quot;top&quot;:134.9767716535433,&quot;width&quot;:703.8576262610728}"/>
</p:tagLst>
</file>

<file path=ppt/tags/tag70.xml><?xml version="1.0" encoding="utf-8"?>
<p:tagLst xmlns:p="http://schemas.openxmlformats.org/presentationml/2006/main">
  <p:tag name="KSO_WM_DIAGRAM_VIRTUALLY_FRAME" val="{&quot;height&quot;:201.9232283464567,&quot;left&quot;:0.5374803149606123,&quot;top&quot;:134.9767716535433,&quot;width&quot;:703.8576262610728}"/>
</p:tagLst>
</file>

<file path=ppt/tags/tag71.xml><?xml version="1.0" encoding="utf-8"?>
<p:tagLst xmlns:p="http://schemas.openxmlformats.org/presentationml/2006/main">
  <p:tag name="KSO_WM_DIAGRAM_VIRTUALLY_FRAME" val="{&quot;height&quot;:201.9232283464567,&quot;left&quot;:0.5374803149606123,&quot;top&quot;:134.9767716535433,&quot;width&quot;:703.8576262610728}"/>
</p:tagLst>
</file>

<file path=ppt/tags/tag72.xml><?xml version="1.0" encoding="utf-8"?>
<p:tagLst xmlns:p="http://schemas.openxmlformats.org/presentationml/2006/main">
  <p:tag name="KSO_WM_DIAGRAM_VIRTUALLY_FRAME" val="{&quot;height&quot;:201.9232283464567,&quot;left&quot;:0.5374803149606123,&quot;top&quot;:134.9767716535433,&quot;width&quot;:703.8576262610728}"/>
</p:tagLst>
</file>

<file path=ppt/tags/tag73.xml><?xml version="1.0" encoding="utf-8"?>
<p:tagLst xmlns:p="http://schemas.openxmlformats.org/presentationml/2006/main">
  <p:tag name="KSO_WM_DIAGRAM_VIRTUALLY_FRAME" val="{&quot;height&quot;:201.9232283464567,&quot;left&quot;:0.5374803149606123,&quot;top&quot;:134.9767716535433,&quot;width&quot;:703.8576262610728}"/>
</p:tagLst>
</file>

<file path=ppt/tags/tag74.xml><?xml version="1.0" encoding="utf-8"?>
<p:tagLst xmlns:p="http://schemas.openxmlformats.org/presentationml/2006/main">
  <p:tag name="KSO_WM_DIAGRAM_VIRTUALLY_FRAME" val="{&quot;height&quot;:201.9232283464567,&quot;left&quot;:0.5374803149606123,&quot;top&quot;:134.9767716535433,&quot;width&quot;:703.8576262610728}"/>
</p:tagLst>
</file>

<file path=ppt/tags/tag75.xml><?xml version="1.0" encoding="utf-8"?>
<p:tagLst xmlns:p="http://schemas.openxmlformats.org/presentationml/2006/main">
  <p:tag name="KSO_WM_DIAGRAM_VIRTUALLY_FRAME" val="{&quot;height&quot;:201.9232283464567,&quot;left&quot;:0.5374803149606123,&quot;top&quot;:134.9767716535433,&quot;width&quot;:703.8576262610728}"/>
</p:tagLst>
</file>

<file path=ppt/tags/tag76.xml><?xml version="1.0" encoding="utf-8"?>
<p:tagLst xmlns:p="http://schemas.openxmlformats.org/presentationml/2006/main">
  <p:tag name="KSO_WM_DIAGRAM_VIRTUALLY_FRAME" val="{&quot;height&quot;:201.9232283464567,&quot;left&quot;:0.5374803149606123,&quot;top&quot;:134.9767716535433,&quot;width&quot;:703.8576262610728}"/>
</p:tagLst>
</file>

<file path=ppt/tags/tag77.xml><?xml version="1.0" encoding="utf-8"?>
<p:tagLst xmlns:p="http://schemas.openxmlformats.org/presentationml/2006/main">
  <p:tag name="KSO_WM_DIAGRAM_VIRTUALLY_FRAME" val="{&quot;height&quot;:344.0502205994373,&quot;left&quot;:-0.009921259842531071,&quot;top&quot;:47.015669291338575,&quot;width&quot;:711.3599212598425}"/>
</p:tagLst>
</file>

<file path=ppt/tags/tag78.xml><?xml version="1.0" encoding="utf-8"?>
<p:tagLst xmlns:p="http://schemas.openxmlformats.org/presentationml/2006/main">
  <p:tag name="KSO_WM_DIAGRAM_VIRTUALLY_FRAME" val="{&quot;height&quot;:344.0502205994373,&quot;left&quot;:-0.009921259842531071,&quot;top&quot;:47.015669291338575,&quot;width&quot;:711.3599212598425}"/>
</p:tagLst>
</file>

<file path=ppt/tags/tag79.xml><?xml version="1.0" encoding="utf-8"?>
<p:tagLst xmlns:p="http://schemas.openxmlformats.org/presentationml/2006/main">
  <p:tag name="KSO_WM_DIAGRAM_VIRTUALLY_FRAME" val="{&quot;height&quot;:344.0502205994373,&quot;left&quot;:-0.009921259842531071,&quot;top&quot;:47.015669291338575,&quot;width&quot;:711.3599212598425}"/>
</p:tagLst>
</file>

<file path=ppt/tags/tag80.xml><?xml version="1.0" encoding="utf-8"?>
<p:tagLst xmlns:p="http://schemas.openxmlformats.org/presentationml/2006/main">
  <p:tag name="KSO_WM_DIAGRAM_VIRTUALLY_FRAME" val="{&quot;height&quot;:344.0502205994373,&quot;left&quot;:-0.009921259842531071,&quot;top&quot;:47.015669291338575,&quot;width&quot;:711.3599212598425}"/>
</p:tagLst>
</file>

<file path=ppt/tags/tag81.xml><?xml version="1.0" encoding="utf-8"?>
<p:tagLst xmlns:p="http://schemas.openxmlformats.org/presentationml/2006/main">
  <p:tag name="KSO_WM_DIAGRAM_VIRTUALLY_FRAME" val="{&quot;height&quot;:344.0502205994373,&quot;left&quot;:-0.009921259842531071,&quot;top&quot;:47.015669291338575,&quot;width&quot;:711.3599212598425}"/>
</p:tagLst>
</file>

<file path=ppt/tags/tag82.xml><?xml version="1.0" encoding="utf-8"?>
<p:tagLst xmlns:p="http://schemas.openxmlformats.org/presentationml/2006/main">
  <p:tag name="KSO_WM_DIAGRAM_VIRTUALLY_FRAME" val="{&quot;height&quot;:344.0502205994373,&quot;left&quot;:-0.009921259842531071,&quot;top&quot;:47.015669291338575,&quot;width&quot;:711.3599212598425}"/>
</p:tagLst>
</file>

<file path=ppt/tags/tag83.xml><?xml version="1.0" encoding="utf-8"?>
<p:tagLst xmlns:p="http://schemas.openxmlformats.org/presentationml/2006/main">
  <p:tag name="KSO_WM_DIAGRAM_VIRTUALLY_FRAME" val="{&quot;height&quot;:344.0502205994373,&quot;left&quot;:-0.009921259842531071,&quot;top&quot;:47.015669291338575,&quot;width&quot;:711.3599212598425}"/>
</p:tagLst>
</file>

<file path=ppt/tags/tag84.xml><?xml version="1.0" encoding="utf-8"?>
<p:tagLst xmlns:p="http://schemas.openxmlformats.org/presentationml/2006/main">
  <p:tag name="KSO_WM_DIAGRAM_VIRTUALLY_FRAME" val="{&quot;height&quot;:344.0502205994373,&quot;left&quot;:-0.009921259842531071,&quot;top&quot;:47.015669291338575,&quot;width&quot;:711.3599212598425}"/>
</p:tagLst>
</file>

<file path=ppt/tags/tag85.xml><?xml version="1.0" encoding="utf-8"?>
<p:tagLst xmlns:p="http://schemas.openxmlformats.org/presentationml/2006/main">
  <p:tag name="KSO_WM_DIAGRAM_VIRTUALLY_FRAME" val="{&quot;height&quot;:344.0502205994373,&quot;left&quot;:-0.009921259842531071,&quot;top&quot;:47.015669291338575,&quot;width&quot;:711.3599212598425}"/>
</p:tagLst>
</file>

<file path=ppt/tags/tag86.xml><?xml version="1.0" encoding="utf-8"?>
<p:tagLst xmlns:p="http://schemas.openxmlformats.org/presentationml/2006/main">
  <p:tag name="KSO_WM_DIAGRAM_VIRTUALLY_FRAME" val="{&quot;height&quot;:344.0502205994373,&quot;left&quot;:-0.009921259842531071,&quot;top&quot;:47.015669291338575,&quot;width&quot;:711.3599212598425}"/>
</p:tagLst>
</file>

<file path=ppt/tags/tag87.xml><?xml version="1.0" encoding="utf-8"?>
<p:tagLst xmlns:p="http://schemas.openxmlformats.org/presentationml/2006/main">
  <p:tag name="KSO_WM_DIAGRAM_VIRTUALLY_FRAME" val="{&quot;height&quot;:344.0502205994373,&quot;left&quot;:-0.009921259842531071,&quot;top&quot;:47.015669291338575,&quot;width&quot;:711.3599212598425}"/>
</p:tagLst>
</file>

<file path=ppt/tags/tag88.xml><?xml version="1.0" encoding="utf-8"?>
<p:tagLst xmlns:p="http://schemas.openxmlformats.org/presentationml/2006/main">
  <p:tag name="KSO_WM_DIAGRAM_VIRTUALLY_FRAME" val="{&quot;height&quot;:344.0502205994373,&quot;left&quot;:-0.009921259842531071,&quot;top&quot;:47.015669291338575,&quot;width&quot;:711.3599212598425}"/>
</p:tagLst>
</file>

<file path=ppt/tags/tag89.xml><?xml version="1.0" encoding="utf-8"?>
<p:tagLst xmlns:p="http://schemas.openxmlformats.org/presentationml/2006/main">
  <p:tag name="KSO_WM_DIAGRAM_VIRTUALLY_FRAME" val="{&quot;height&quot;:344.0502205994373,&quot;left&quot;:-0.009921259842531071,&quot;top&quot;:47.015669291338575,&quot;width&quot;:711.3599212598425}"/>
</p:tagLst>
</file>

<file path=ppt/tags/tag90.xml><?xml version="1.0" encoding="utf-8"?>
<p:tagLst xmlns:p="http://schemas.openxmlformats.org/presentationml/2006/main">
  <p:tag name="KSO_WM_DIAGRAM_VIRTUALLY_FRAME" val="{&quot;height&quot;:344.0502205994373,&quot;left&quot;:-0.009921259842531071,&quot;top&quot;:47.015669291338575,&quot;width&quot;:711.3599212598425}"/>
</p:tagLst>
</file>

<file path=ppt/tags/tag91.xml><?xml version="1.0" encoding="utf-8"?>
<p:tagLst xmlns:p="http://schemas.openxmlformats.org/presentationml/2006/main">
  <p:tag name="KSO_WM_DIAGRAM_VIRTUALLY_FRAME" val="{&quot;height&quot;:344.0502205994373,&quot;left&quot;:-0.009921259842531071,&quot;top&quot;:47.015669291338575,&quot;width&quot;:711.3599212598425}"/>
</p:tagLst>
</file>

<file path=ppt/tags/tag92.xml><?xml version="1.0" encoding="utf-8"?>
<p:tagLst xmlns:p="http://schemas.openxmlformats.org/presentationml/2006/main">
  <p:tag name="KSO_WM_DIAGRAM_VIRTUALLY_FRAME" val="{&quot;height&quot;:344.0502205994373,&quot;left&quot;:-0.009921259842531071,&quot;top&quot;:47.015669291338575,&quot;width&quot;:711.3599212598425}"/>
</p:tagLst>
</file>

<file path=ppt/tags/tag93.xml><?xml version="1.0" encoding="utf-8"?>
<p:tagLst xmlns:p="http://schemas.openxmlformats.org/presentationml/2006/main">
  <p:tag name="KSO_WM_DIAGRAM_VIRTUALLY_FRAME" val="{&quot;height&quot;:344.0502205994373,&quot;left&quot;:-0.009921259842531071,&quot;top&quot;:47.015669291338575,&quot;width&quot;:711.3599212598425}"/>
</p:tagLst>
</file>

<file path=ppt/tags/tag94.xml><?xml version="1.0" encoding="utf-8"?>
<p:tagLst xmlns:p="http://schemas.openxmlformats.org/presentationml/2006/main">
  <p:tag name="KSO_WM_DIAGRAM_VIRTUALLY_FRAME" val="{&quot;height&quot;:344.0502205994373,&quot;left&quot;:-0.009921259842531071,&quot;top&quot;:47.015669291338575,&quot;width&quot;:711.3599212598425}"/>
</p:tagLst>
</file>

<file path=ppt/tags/tag95.xml><?xml version="1.0" encoding="utf-8"?>
<p:tagLst xmlns:p="http://schemas.openxmlformats.org/presentationml/2006/main">
  <p:tag name="KSO_WM_DIAGRAM_VIRTUALLY_FRAME" val="{&quot;height&quot;:344.0502205994373,&quot;left&quot;:-0.009921259842531071,&quot;top&quot;:47.015669291338575,&quot;width&quot;:711.3599212598425}"/>
</p:tagLst>
</file>

<file path=ppt/tags/tag96.xml><?xml version="1.0" encoding="utf-8"?>
<p:tagLst xmlns:p="http://schemas.openxmlformats.org/presentationml/2006/main">
  <p:tag name="KSO_WM_DIAGRAM_VIRTUALLY_FRAME" val="{&quot;height&quot;:344.0502205994373,&quot;left&quot;:-0.009921259842531071,&quot;top&quot;:47.015669291338575,&quot;width&quot;:711.3599212598425}"/>
</p:tagLst>
</file>

<file path=ppt/tags/tag97.xml><?xml version="1.0" encoding="utf-8"?>
<p:tagLst xmlns:p="http://schemas.openxmlformats.org/presentationml/2006/main">
  <p:tag name="KSO_WM_DIAGRAM_VIRTUALLY_FRAME" val="{&quot;height&quot;:344.0502205994373,&quot;left&quot;:-0.009921259842531071,&quot;top&quot;:47.015669291338575,&quot;width&quot;:711.3599212598425}"/>
</p:tagLst>
</file>

<file path=ppt/tags/tag98.xml><?xml version="1.0" encoding="utf-8"?>
<p:tagLst xmlns:p="http://schemas.openxmlformats.org/presentationml/2006/main">
  <p:tag name="KSO_WM_DIAGRAM_VIRTUALLY_FRAME" val="{&quot;height&quot;:344.0502205994373,&quot;left&quot;:-0.009921259842531071,&quot;top&quot;:47.015669291338575,&quot;width&quot;:711.3599212598425}"/>
</p:tagLst>
</file>

<file path=ppt/tags/tag99.xml><?xml version="1.0" encoding="utf-8"?>
<p:tagLst xmlns:p="http://schemas.openxmlformats.org/presentationml/2006/main">
  <p:tag name="KSO_WM_DIAGRAM_VIRTUALLY_FRAME" val="{&quot;height&quot;:344.0502205994373,&quot;left&quot;:-0.009921259842531071,&quot;top&quot;:47.015669291338575,&quot;width&quot;:711.3599212598425}"/>
</p:tagLst>
</file>

<file path=ppt/tags/tag100.xml><?xml version="1.0" encoding="utf-8"?>
<p:tagLst xmlns:p="http://schemas.openxmlformats.org/presentationml/2006/main">
  <p:tag name="KSO_WM_DIAGRAM_VIRTUALLY_FRAME" val="{&quot;height&quot;:344.0502205994373,&quot;left&quot;:-0.009921259842531071,&quot;top&quot;:47.015669291338575,&quot;width&quot;:711.3599212598425}"/>
</p:tagLst>
</file>

<file path=ppt/tags/tag101.xml><?xml version="1.0" encoding="utf-8"?>
<p:tagLst xmlns:p="http://schemas.openxmlformats.org/presentationml/2006/main">
  <p:tag name="KSO_WM_DIAGRAM_VIRTUALLY_FRAME" val="{&quot;height&quot;:344.0502205994373,&quot;left&quot;:-0.009921259842531071,&quot;top&quot;:47.015669291338575,&quot;width&quot;:711.3599212598425}"/>
</p:tagLst>
</file>

<file path=ppt/tags/tag102.xml><?xml version="1.0" encoding="utf-8"?>
<p:tagLst xmlns:p="http://schemas.openxmlformats.org/presentationml/2006/main">
  <p:tag name="KSO_WM_DIAGRAM_VIRTUALLY_FRAME" val="{&quot;height&quot;:321.9,&quot;left&quot;:46.9,&quot;top&quot;:67.95,&quot;width&quot;:615.9}"/>
</p:tagLst>
</file>

<file path=ppt/tags/tag103.xml><?xml version="1.0" encoding="utf-8"?>
<p:tagLst xmlns:p="http://schemas.openxmlformats.org/presentationml/2006/main">
  <p:tag name="KSO_WM_DIAGRAM_VIRTUALLY_FRAME" val="{&quot;height&quot;:321.9,&quot;left&quot;:46.9,&quot;top&quot;:67.95,&quot;width&quot;:615.9}"/>
</p:tagLst>
</file>

<file path=ppt/tags/tag104.xml><?xml version="1.0" encoding="utf-8"?>
<p:tagLst xmlns:p="http://schemas.openxmlformats.org/presentationml/2006/main">
  <p:tag name="KSO_WM_DIAGRAM_VIRTUALLY_FRAME" val="{&quot;height&quot;:321.9,&quot;left&quot;:46.9,&quot;top&quot;:67.95,&quot;width&quot;:615.9}"/>
</p:tagLst>
</file>

<file path=ppt/tags/tag105.xml><?xml version="1.0" encoding="utf-8"?>
<p:tagLst xmlns:p="http://schemas.openxmlformats.org/presentationml/2006/main">
  <p:tag name="KSO_WM_DIAGRAM_VIRTUALLY_FRAME" val="{&quot;height&quot;:321.9,&quot;left&quot;:46.9,&quot;top&quot;:67.95,&quot;width&quot;:615.9}"/>
</p:tagLst>
</file>

<file path=ppt/tags/tag106.xml><?xml version="1.0" encoding="utf-8"?>
<p:tagLst xmlns:p="http://schemas.openxmlformats.org/presentationml/2006/main">
  <p:tag name="KSO_WM_DIAGRAM_VIRTUALLY_FRAME" val="{&quot;height&quot;:321.9,&quot;left&quot;:46.9,&quot;top&quot;:67.95,&quot;width&quot;:615.9}"/>
</p:tagLst>
</file>

<file path=ppt/tags/tag107.xml><?xml version="1.0" encoding="utf-8"?>
<p:tagLst xmlns:p="http://schemas.openxmlformats.org/presentationml/2006/main">
  <p:tag name="KSO_WM_DIAGRAM_VIRTUALLY_FRAME" val="{&quot;height&quot;:321.9,&quot;left&quot;:46.9,&quot;top&quot;:67.95,&quot;width&quot;:615.9}"/>
</p:tagLst>
</file>

<file path=ppt/tags/tag108.xml><?xml version="1.0" encoding="utf-8"?>
<p:tagLst xmlns:p="http://schemas.openxmlformats.org/presentationml/2006/main">
  <p:tag name="KSO_WM_DIAGRAM_VIRTUALLY_FRAME" val="{&quot;height&quot;:321.9,&quot;left&quot;:46.9,&quot;top&quot;:67.95,&quot;width&quot;:615.9}"/>
</p:tagLst>
</file>

<file path=ppt/tags/tag109.xml><?xml version="1.0" encoding="utf-8"?>
<p:tagLst xmlns:p="http://schemas.openxmlformats.org/presentationml/2006/main">
  <p:tag name="KSO_WM_DIAGRAM_VIRTUALLY_FRAME" val="{&quot;height&quot;:321.9,&quot;left&quot;:46.9,&quot;top&quot;:67.95,&quot;width&quot;:615.9}"/>
</p:tagLst>
</file>

<file path=ppt/tags/tag110.xml><?xml version="1.0" encoding="utf-8"?>
<p:tagLst xmlns:p="http://schemas.openxmlformats.org/presentationml/2006/main">
  <p:tag name="KSO_WM_DOC_GUID" val="{166a66e7-c93f-4d85-be83-597100b39dcd}"/>
  <p:tag name="ISPRING_PRESENTATION_TITLE" val="简约质感毕业答辩模板（4333）"/>
</p:tagLst>
</file>

<file path=ppt/theme/theme1.xml><?xml version="1.0" encoding="utf-8"?>
<a:theme xmlns:a="http://schemas.openxmlformats.org/drawingml/2006/main" name="Office 主题">
  <a:themeElements>
    <a:clrScheme name="简约质感">
      <a:dk1>
        <a:sysClr val="windowText" lastClr="000000"/>
      </a:dk1>
      <a:lt1>
        <a:sysClr val="window" lastClr="FFFFFF"/>
      </a:lt1>
      <a:dk2>
        <a:srgbClr val="44546A"/>
      </a:dk2>
      <a:lt2>
        <a:srgbClr val="E7E6E6"/>
      </a:lt2>
      <a:accent1>
        <a:srgbClr val="27506E"/>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常用2">
      <a:majorFont>
        <a:latin typeface="方正兰亭黑_GBK"/>
        <a:ea typeface="方正兰亭黑_GBK"/>
        <a:cs typeface=""/>
      </a:majorFont>
      <a:minorFont>
        <a:latin typeface="Calibri Light"/>
        <a:ea typeface="微软雅黑 Light"/>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3748</Words>
  <Application>WPS 演示</Application>
  <PresentationFormat>全屏显示(16:9)</PresentationFormat>
  <Paragraphs>314</Paragraphs>
  <Slides>38</Slides>
  <Notes>12</Notes>
  <HiddenSlides>0</HiddenSlides>
  <MMClips>0</MMClips>
  <ScaleCrop>false</ScaleCrop>
  <HeadingPairs>
    <vt:vector size="6" baseType="variant">
      <vt:variant>
        <vt:lpstr>已用的字体</vt:lpstr>
      </vt:variant>
      <vt:variant>
        <vt:i4>18</vt:i4>
      </vt:variant>
      <vt:variant>
        <vt:lpstr>主题</vt:lpstr>
      </vt:variant>
      <vt:variant>
        <vt:i4>1</vt:i4>
      </vt:variant>
      <vt:variant>
        <vt:lpstr>幻灯片标题</vt:lpstr>
      </vt:variant>
      <vt:variant>
        <vt:i4>38</vt:i4>
      </vt:variant>
    </vt:vector>
  </HeadingPairs>
  <TitlesOfParts>
    <vt:vector size="57" baseType="lpstr">
      <vt:lpstr>Arial</vt:lpstr>
      <vt:lpstr>宋体</vt:lpstr>
      <vt:lpstr>Wingdings</vt:lpstr>
      <vt:lpstr>黑体</vt:lpstr>
      <vt:lpstr>Times New Roman</vt:lpstr>
      <vt:lpstr>OPPOSans H</vt:lpstr>
      <vt:lpstr>Calibri Light</vt:lpstr>
      <vt:lpstr>方正宋刻本秀楷简体</vt:lpstr>
      <vt:lpstr>思源黑体 CN Normal</vt:lpstr>
      <vt:lpstr>Gill Sans</vt:lpstr>
      <vt:lpstr>Source Han Sans</vt:lpstr>
      <vt:lpstr>Source Han Sans CN Bold</vt:lpstr>
      <vt:lpstr>OPPOSans B</vt:lpstr>
      <vt:lpstr>微软雅黑</vt:lpstr>
      <vt:lpstr>Arial Unicode MS</vt:lpstr>
      <vt:lpstr>Calibri</vt:lpstr>
      <vt:lpstr>微软雅黑 Light</vt:lpstr>
      <vt:lpstr>Gill Sans MT</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简约质感毕业答辩模板（4333）</dc:title>
  <dc:creator>熊猫设计</dc:creator>
  <cp:lastModifiedBy>clown</cp:lastModifiedBy>
  <cp:revision>510</cp:revision>
  <dcterms:created xsi:type="dcterms:W3CDTF">2016-04-24T15:52:00Z</dcterms:created>
  <dcterms:modified xsi:type="dcterms:W3CDTF">2025-05-20T06:53:11Z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2052-12.1.0.21171</vt:lpwstr>
  </property>
  <property fmtid="{D5CDD505-2E9C-101B-9397-08002B2CF9AE}" pid="3" name="ICV">
    <vt:lpwstr>A0D8B5B0322147C386343C3056B80E8A_12</vt:lpwstr>
  </property>
</Properties>
</file>